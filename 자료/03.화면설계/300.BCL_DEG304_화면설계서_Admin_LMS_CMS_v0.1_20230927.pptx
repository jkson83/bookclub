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bookmarkIdSeed="2">
  <p:sldMasterIdLst>
    <p:sldMasterId id="2147483789" r:id="rId1"/>
    <p:sldMasterId id="2147483811" r:id="rId2"/>
  </p:sldMasterIdLst>
  <p:notesMasterIdLst>
    <p:notesMasterId r:id="rId99"/>
  </p:notesMasterIdLst>
  <p:handoutMasterIdLst>
    <p:handoutMasterId r:id="rId100"/>
  </p:handoutMasterIdLst>
  <p:sldIdLst>
    <p:sldId id="712" r:id="rId3"/>
    <p:sldId id="713" r:id="rId4"/>
    <p:sldId id="1066" r:id="rId5"/>
    <p:sldId id="828" r:id="rId6"/>
    <p:sldId id="822" r:id="rId7"/>
    <p:sldId id="829" r:id="rId8"/>
    <p:sldId id="1036" r:id="rId9"/>
    <p:sldId id="1133" r:id="rId10"/>
    <p:sldId id="1037" r:id="rId11"/>
    <p:sldId id="1135" r:id="rId12"/>
    <p:sldId id="1069" r:id="rId13"/>
    <p:sldId id="995" r:id="rId14"/>
    <p:sldId id="1068" r:id="rId15"/>
    <p:sldId id="1070" r:id="rId16"/>
    <p:sldId id="1073" r:id="rId17"/>
    <p:sldId id="1175" r:id="rId18"/>
    <p:sldId id="1134" r:id="rId19"/>
    <p:sldId id="1145" r:id="rId20"/>
    <p:sldId id="1144" r:id="rId21"/>
    <p:sldId id="1176" r:id="rId22"/>
    <p:sldId id="1177" r:id="rId23"/>
    <p:sldId id="1178" r:id="rId24"/>
    <p:sldId id="1181" r:id="rId25"/>
    <p:sldId id="1180" r:id="rId26"/>
    <p:sldId id="1077" r:id="rId27"/>
    <p:sldId id="1130" r:id="rId28"/>
    <p:sldId id="1131" r:id="rId29"/>
    <p:sldId id="1132" r:id="rId30"/>
    <p:sldId id="1078" r:id="rId31"/>
    <p:sldId id="1079" r:id="rId32"/>
    <p:sldId id="1080" r:id="rId33"/>
    <p:sldId id="1106" r:id="rId34"/>
    <p:sldId id="1136" r:id="rId35"/>
    <p:sldId id="1107" r:id="rId36"/>
    <p:sldId id="1137" r:id="rId37"/>
    <p:sldId id="1108" r:id="rId38"/>
    <p:sldId id="1139" r:id="rId39"/>
    <p:sldId id="1110" r:id="rId40"/>
    <p:sldId id="1140" r:id="rId41"/>
    <p:sldId id="1109" r:id="rId42"/>
    <p:sldId id="1141" r:id="rId43"/>
    <p:sldId id="1111" r:id="rId44"/>
    <p:sldId id="1142" r:id="rId45"/>
    <p:sldId id="1112" r:id="rId46"/>
    <p:sldId id="1143" r:id="rId47"/>
    <p:sldId id="1097" r:id="rId48"/>
    <p:sldId id="1094" r:id="rId49"/>
    <p:sldId id="1095" r:id="rId50"/>
    <p:sldId id="1096" r:id="rId51"/>
    <p:sldId id="1098" r:id="rId52"/>
    <p:sldId id="1099" r:id="rId53"/>
    <p:sldId id="1100" r:id="rId54"/>
    <p:sldId id="1114" r:id="rId55"/>
    <p:sldId id="1115" r:id="rId56"/>
    <p:sldId id="1116" r:id="rId57"/>
    <p:sldId id="362" r:id="rId58"/>
    <p:sldId id="1121" r:id="rId59"/>
    <p:sldId id="1117" r:id="rId60"/>
    <p:sldId id="1119" r:id="rId61"/>
    <p:sldId id="287" r:id="rId62"/>
    <p:sldId id="1120" r:id="rId63"/>
    <p:sldId id="1122" r:id="rId64"/>
    <p:sldId id="1123" r:id="rId65"/>
    <p:sldId id="319" r:id="rId66"/>
    <p:sldId id="1124" r:id="rId67"/>
    <p:sldId id="1125" r:id="rId68"/>
    <p:sldId id="1126" r:id="rId69"/>
    <p:sldId id="302" r:id="rId70"/>
    <p:sldId id="305" r:id="rId71"/>
    <p:sldId id="1127" r:id="rId72"/>
    <p:sldId id="1129" r:id="rId73"/>
    <p:sldId id="358" r:id="rId74"/>
    <p:sldId id="1146" r:id="rId75"/>
    <p:sldId id="1147" r:id="rId76"/>
    <p:sldId id="1149" r:id="rId77"/>
    <p:sldId id="1148" r:id="rId78"/>
    <p:sldId id="1150" r:id="rId79"/>
    <p:sldId id="1151" r:id="rId80"/>
    <p:sldId id="1152" r:id="rId81"/>
    <p:sldId id="1153" r:id="rId82"/>
    <p:sldId id="1154" r:id="rId83"/>
    <p:sldId id="1155" r:id="rId84"/>
    <p:sldId id="1156" r:id="rId85"/>
    <p:sldId id="1157" r:id="rId86"/>
    <p:sldId id="1158" r:id="rId87"/>
    <p:sldId id="1159" r:id="rId88"/>
    <p:sldId id="1166" r:id="rId89"/>
    <p:sldId id="1161" r:id="rId90"/>
    <p:sldId id="1162" r:id="rId91"/>
    <p:sldId id="1164" r:id="rId92"/>
    <p:sldId id="1167" r:id="rId93"/>
    <p:sldId id="1168" r:id="rId94"/>
    <p:sldId id="1170" r:id="rId95"/>
    <p:sldId id="1171" r:id="rId96"/>
    <p:sldId id="1172" r:id="rId97"/>
    <p:sldId id="1174" r:id="rId98"/>
  </p:sldIdLst>
  <p:sldSz cx="9906000" cy="6858000" type="A4"/>
  <p:notesSz cx="9939338" cy="6807200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153D491E-3987-4139-8D40-8F9944DD3AA4}">
          <p14:sldIdLst>
            <p14:sldId id="712"/>
            <p14:sldId id="713"/>
            <p14:sldId id="1066"/>
          </p14:sldIdLst>
        </p14:section>
        <p14:section name="로그인, 공통" id="{56B3A822-C8BF-4730-A8AE-E7CDC0FE5D18}">
          <p14:sldIdLst>
            <p14:sldId id="828"/>
            <p14:sldId id="822"/>
            <p14:sldId id="829"/>
            <p14:sldId id="1036"/>
            <p14:sldId id="1133"/>
            <p14:sldId id="1037"/>
            <p14:sldId id="1135"/>
          </p14:sldIdLst>
        </p14:section>
        <p14:section name="CMS&gt;도서" id="{91CCDB8E-1958-4755-B03F-744CD2C7CB0F}">
          <p14:sldIdLst>
            <p14:sldId id="1069"/>
            <p14:sldId id="995"/>
            <p14:sldId id="1068"/>
            <p14:sldId id="1070"/>
            <p14:sldId id="1073"/>
            <p14:sldId id="1175"/>
            <p14:sldId id="1134"/>
            <p14:sldId id="1145"/>
            <p14:sldId id="1144"/>
          </p14:sldIdLst>
        </p14:section>
        <p14:section name="CMS&gt;이북" id="{8F8B0AB8-F429-4A54-B0EC-E1A58893DF58}">
          <p14:sldIdLst>
            <p14:sldId id="1176"/>
            <p14:sldId id="1177"/>
            <p14:sldId id="1178"/>
            <p14:sldId id="1181"/>
            <p14:sldId id="1180"/>
          </p14:sldIdLst>
        </p14:section>
        <p14:section name="CMS&gt;오디오북 관리" id="{4AB90644-5FE5-48BA-98E0-4FD4D19285A2}">
          <p14:sldIdLst>
            <p14:sldId id="1077"/>
            <p14:sldId id="1130"/>
            <p14:sldId id="1131"/>
            <p14:sldId id="1132"/>
          </p14:sldIdLst>
        </p14:section>
        <p14:section name="CMS&gt;독서확인 학습" id="{10E4945A-D097-4413-9813-AC967240E694}">
          <p14:sldIdLst>
            <p14:sldId id="1078"/>
            <p14:sldId id="1079"/>
            <p14:sldId id="1080"/>
            <p14:sldId id="1106"/>
            <p14:sldId id="1136"/>
            <p14:sldId id="1107"/>
            <p14:sldId id="1137"/>
            <p14:sldId id="1108"/>
            <p14:sldId id="1139"/>
            <p14:sldId id="1110"/>
            <p14:sldId id="1140"/>
            <p14:sldId id="1109"/>
            <p14:sldId id="1141"/>
            <p14:sldId id="1111"/>
            <p14:sldId id="1142"/>
            <p14:sldId id="1112"/>
            <p14:sldId id="1143"/>
          </p14:sldIdLst>
        </p14:section>
        <p14:section name="CMS&gt;소리내어 읽기" id="{F56DB88A-6E41-41EC-9246-4D9029E670EB}">
          <p14:sldIdLst>
            <p14:sldId id="1097"/>
            <p14:sldId id="1094"/>
            <p14:sldId id="1095"/>
            <p14:sldId id="1096"/>
          </p14:sldIdLst>
        </p14:section>
        <p14:section name="CMS&gt;문해력 게임" id="{4DB769DC-AA08-4330-8E58-89C334C8C291}">
          <p14:sldIdLst>
            <p14:sldId id="1098"/>
            <p14:sldId id="1099"/>
            <p14:sldId id="1100"/>
            <p14:sldId id="1114"/>
            <p14:sldId id="1115"/>
            <p14:sldId id="1116"/>
            <p14:sldId id="362"/>
            <p14:sldId id="1121"/>
            <p14:sldId id="1117"/>
            <p14:sldId id="1119"/>
            <p14:sldId id="287"/>
            <p14:sldId id="1120"/>
            <p14:sldId id="1122"/>
            <p14:sldId id="1123"/>
            <p14:sldId id="319"/>
            <p14:sldId id="1124"/>
            <p14:sldId id="1125"/>
            <p14:sldId id="1126"/>
            <p14:sldId id="302"/>
            <p14:sldId id="305"/>
            <p14:sldId id="1127"/>
            <p14:sldId id="1129"/>
            <p14:sldId id="358"/>
          </p14:sldIdLst>
        </p14:section>
        <p14:section name="LMS" id="{DE081377-B356-4C46-B855-70D9F3DFDF8E}">
          <p14:sldIdLst>
            <p14:sldId id="1146"/>
            <p14:sldId id="1147"/>
            <p14:sldId id="1149"/>
            <p14:sldId id="1148"/>
            <p14:sldId id="1150"/>
          </p14:sldIdLst>
        </p14:section>
        <p14:section name="스티커 관리" id="{4C265657-E5F4-4FB8-8DC2-8488CF1B76AF}">
          <p14:sldIdLst>
            <p14:sldId id="1151"/>
            <p14:sldId id="1152"/>
            <p14:sldId id="1153"/>
            <p14:sldId id="1154"/>
          </p14:sldIdLst>
        </p14:section>
        <p14:section name="도서 정보 관리" id="{2867A7DA-C74A-477F-9FE3-D9E4535B5A01}">
          <p14:sldIdLst>
            <p14:sldId id="1155"/>
            <p14:sldId id="1156"/>
            <p14:sldId id="1157"/>
            <p14:sldId id="1158"/>
            <p14:sldId id="1159"/>
            <p14:sldId id="1166"/>
            <p14:sldId id="1161"/>
            <p14:sldId id="1162"/>
            <p14:sldId id="1164"/>
            <p14:sldId id="1167"/>
            <p14:sldId id="1168"/>
            <p14:sldId id="1170"/>
            <p14:sldId id="1171"/>
            <p14:sldId id="1172"/>
            <p14:sldId id="1174"/>
          </p14:sldIdLst>
        </p14:section>
      </p14:sectionLst>
    </p:ext>
    <p:ext uri="{EFAFB233-063F-42B5-8137-9DF3F51BA10A}">
      <p15:sldGuideLst xmlns:p15="http://schemas.microsoft.com/office/powerpoint/2012/main">
        <p15:guide id="54" orient="horz" pos="4201" userDrawn="1">
          <p15:clr>
            <a:srgbClr val="A4A3A4"/>
          </p15:clr>
        </p15:guide>
        <p15:guide id="55" orient="horz" pos="368" userDrawn="1">
          <p15:clr>
            <a:srgbClr val="A4A3A4"/>
          </p15:clr>
        </p15:guide>
        <p15:guide id="62" pos="194" userDrawn="1">
          <p15:clr>
            <a:srgbClr val="A4A3A4"/>
          </p15:clr>
        </p15:guide>
        <p15:guide id="63" orient="horz" pos="527" userDrawn="1">
          <p15:clr>
            <a:srgbClr val="A4A3A4"/>
          </p15:clr>
        </p15:guide>
        <p15:guide id="64" pos="6091" userDrawn="1">
          <p15:clr>
            <a:srgbClr val="A4A3A4"/>
          </p15:clr>
        </p15:guide>
        <p15:guide id="65" pos="4662" userDrawn="1">
          <p15:clr>
            <a:srgbClr val="A4A3A4"/>
          </p15:clr>
        </p15:guide>
        <p15:guide id="66" orient="horz" pos="777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FF00FF"/>
    <a:srgbClr val="3587FF"/>
    <a:srgbClr val="5B8BB7"/>
    <a:srgbClr val="2E3653"/>
    <a:srgbClr val="50545A"/>
    <a:srgbClr val="259CD7"/>
    <a:srgbClr val="1377D0"/>
    <a:srgbClr val="696969"/>
    <a:srgbClr val="219FF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7732" autoAdjust="0"/>
    <p:restoredTop sz="96303" autoAdjust="0"/>
  </p:normalViewPr>
  <p:slideViewPr>
    <p:cSldViewPr snapToGrid="0">
      <p:cViewPr varScale="1">
        <p:scale>
          <a:sx n="110" d="100"/>
          <a:sy n="110" d="100"/>
        </p:scale>
        <p:origin x="1836" y="102"/>
      </p:cViewPr>
      <p:guideLst>
        <p:guide orient="horz" pos="4201"/>
        <p:guide orient="horz" pos="368"/>
        <p:guide pos="194"/>
        <p:guide orient="horz" pos="527"/>
        <p:guide pos="6091"/>
        <p:guide pos="4662"/>
        <p:guide orient="horz" pos="77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117" d="100"/>
          <a:sy n="117" d="100"/>
        </p:scale>
        <p:origin x="1980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87" Type="http://schemas.openxmlformats.org/officeDocument/2006/relationships/slide" Target="slides/slide85.xml"/><Relationship Id="rId102" Type="http://schemas.openxmlformats.org/officeDocument/2006/relationships/viewProps" Target="viewProps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100" Type="http://schemas.openxmlformats.org/officeDocument/2006/relationships/handoutMaster" Target="handoutMasters/handoutMaster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103" Type="http://schemas.openxmlformats.org/officeDocument/2006/relationships/theme" Target="theme/theme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notesMaster" Target="notesMasters/notesMaster1.xml"/><Relationship Id="rId101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5629671" y="1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/>
          <a:lstStyle>
            <a:lvl1pPr algn="r">
              <a:defRPr sz="1200"/>
            </a:lvl1pPr>
          </a:lstStyle>
          <a:p>
            <a:fld id="{E3D019AA-7DB2-4875-9432-BB7FAC0D334F}" type="datetimeFigureOut">
              <a:rPr lang="ko-KR" altLang="en-US" smtClean="0"/>
              <a:pPr/>
              <a:t>2023-10-04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2" y="6466027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5629671" y="6466027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 anchor="b"/>
          <a:lstStyle>
            <a:lvl1pPr algn="r">
              <a:defRPr sz="1200"/>
            </a:lvl1pPr>
          </a:lstStyle>
          <a:p>
            <a:fld id="{29F5D473-2680-4162-8938-6BF1FE61B34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153121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5629671" y="1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/>
          <a:lstStyle>
            <a:lvl1pPr algn="r">
              <a:defRPr sz="1200"/>
            </a:lvl1pPr>
          </a:lstStyle>
          <a:p>
            <a:fld id="{91A3DE5B-C34E-4661-B5E7-478B661EC0AE}" type="datetimeFigureOut">
              <a:rPr lang="ko-KR" altLang="en-US" smtClean="0"/>
              <a:pPr/>
              <a:t>2023-10-04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3125788" y="509588"/>
            <a:ext cx="3687762" cy="25542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0625" tIns="45313" rIns="90625" bIns="45313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993474" y="3233557"/>
            <a:ext cx="7952396" cy="3062968"/>
          </a:xfrm>
          <a:prstGeom prst="rect">
            <a:avLst/>
          </a:prstGeom>
        </p:spPr>
        <p:txBody>
          <a:bodyPr vert="horz" lIns="90625" tIns="45313" rIns="90625" bIns="45313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2" y="6466027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5629671" y="6466027"/>
            <a:ext cx="4307355" cy="340088"/>
          </a:xfrm>
          <a:prstGeom prst="rect">
            <a:avLst/>
          </a:prstGeom>
        </p:spPr>
        <p:txBody>
          <a:bodyPr vert="horz" lIns="90625" tIns="45313" rIns="90625" bIns="45313" rtlCol="0" anchor="b"/>
          <a:lstStyle>
            <a:lvl1pPr algn="r">
              <a:defRPr sz="1200"/>
            </a:lvl1pPr>
          </a:lstStyle>
          <a:p>
            <a:fld id="{9FAF84DE-34EB-434D-B7F1-E1DEA9F0B537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7098392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9.svg"/><Relationship Id="rId7" Type="http://schemas.openxmlformats.org/officeDocument/2006/relationships/image" Target="../media/image13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2.png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빈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135"/>
          <p:cNvSpPr txBox="1">
            <a:spLocks noChangeArrowheads="1"/>
          </p:cNvSpPr>
          <p:nvPr userDrawn="1"/>
        </p:nvSpPr>
        <p:spPr bwMode="auto">
          <a:xfrm>
            <a:off x="4747012" y="6608111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23729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제목있음" userDrawn="1">
  <p:cSld name="1_제목있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rgbClr val="FFCC00"/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anchor="ctr" anchorCtr="0">
            <a:prstTxWarp prst="textNoShape">
              <a:avLst/>
            </a:prstTxWarp>
            <a:noAutofit/>
          </a:bodyPr>
          <a:lstStyle/>
          <a:p>
            <a:pPr>
              <a:defRPr/>
            </a:pPr>
            <a:endParaRPr sz="100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/>
          <a:stretch>
            <a:fillRect/>
          </a:stretch>
        </p:blipFill>
        <p:spPr>
          <a:xfrm>
            <a:off x="4425713" y="6165304"/>
            <a:ext cx="1054575" cy="236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63169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6801F27-3918-4A1F-97B4-5C95F4F0C257}"/>
              </a:ext>
            </a:extLst>
          </p:cNvPr>
          <p:cNvSpPr/>
          <p:nvPr userDrawn="1"/>
        </p:nvSpPr>
        <p:spPr>
          <a:xfrm flipH="1">
            <a:off x="1" y="0"/>
            <a:ext cx="9905998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solidFill>
                <a:prstClr val="white"/>
              </a:solidFill>
            </a:endParaRPr>
          </a:p>
        </p:txBody>
      </p:sp>
      <p:sp>
        <p:nvSpPr>
          <p:cNvPr id="4" name="제목 2">
            <a:extLst>
              <a:ext uri="{FF2B5EF4-FFF2-40B4-BE49-F238E27FC236}">
                <a16:creationId xmlns:a16="http://schemas.microsoft.com/office/drawing/2014/main" id="{6729F3C3-5B0C-41E6-AE67-477324AB83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65806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lIns="0" tIns="0" rIns="0" bIns="0">
            <a:noAutofit/>
          </a:bodyPr>
          <a:lstStyle>
            <a:lvl1pPr marL="0" indent="0" algn="ctr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3751" b="0" kern="12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 lvl="0">
              <a:spcBef>
                <a:spcPct val="50000"/>
              </a:spcBef>
            </a:pPr>
            <a:r>
              <a:rPr lang="ko-KR" altLang="en-US" dirty="0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9766221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제목있음" userDrawn="1">
  <p:cSld name="제목있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20"/>
          <p:cNvSpPr/>
          <p:nvPr userDrawn="1"/>
        </p:nvSpPr>
        <p:spPr>
          <a:xfrm rot="21600000" flipH="1">
            <a:off x="0" y="0"/>
            <a:ext cx="9904411" cy="216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solidFill>
                <a:prstClr val="white"/>
              </a:solidFill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7748EDB8-572D-A902-6A71-97482603380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9980" y="25723"/>
            <a:ext cx="202500" cy="1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2992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유틸성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83328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화면 명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BCCB19-0E7D-84B0-32C4-1432FB768570}"/>
              </a:ext>
            </a:extLst>
          </p:cNvPr>
          <p:cNvGrpSpPr/>
          <p:nvPr userDrawn="1"/>
        </p:nvGrpSpPr>
        <p:grpSpPr>
          <a:xfrm>
            <a:off x="787161" y="775575"/>
            <a:ext cx="2207937" cy="244718"/>
            <a:chOff x="787161" y="775575"/>
            <a:chExt cx="2207937" cy="244718"/>
          </a:xfrm>
        </p:grpSpPr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9F5ADAE5-DC4E-E868-0D43-3180A08DC32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2414" y="787609"/>
              <a:ext cx="232684" cy="232684"/>
            </a:xfrm>
            <a:prstGeom prst="rect">
              <a:avLst/>
            </a:prstGeom>
          </p:spPr>
        </p:pic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48A63FEE-7F38-CACC-E02F-C80C34D531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7161" y="775575"/>
              <a:ext cx="748260" cy="21471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628600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2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18B848E-7A73-966B-7F09-9C6F5598311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2414" y="787609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299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8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13" name="모서리가 둥근 직사각형 12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14" name="그림 1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15" name="직선 연결선 1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16" name="그림 15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grpSp>
        <p:nvGrpSpPr>
          <p:cNvPr id="17" name="그룹 16"/>
          <p:cNvGrpSpPr/>
          <p:nvPr userDrawn="1"/>
        </p:nvGrpSpPr>
        <p:grpSpPr>
          <a:xfrm>
            <a:off x="3763774" y="696894"/>
            <a:ext cx="2592000" cy="396000"/>
            <a:chOff x="246757" y="643736"/>
            <a:chExt cx="2592000" cy="396000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20" name="그림 1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094198" y="740965"/>
            <a:ext cx="185440" cy="278760"/>
          </a:xfrm>
          <a:prstGeom prst="rect">
            <a:avLst/>
          </a:prstGeom>
        </p:spPr>
      </p:pic>
      <p:cxnSp>
        <p:nvCxnSpPr>
          <p:cNvPr id="21" name="직선 연결선 20"/>
          <p:cNvCxnSpPr/>
          <p:nvPr userDrawn="1"/>
        </p:nvCxnSpPr>
        <p:spPr>
          <a:xfrm>
            <a:off x="3763774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2" name="그림 21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0545" y="801910"/>
            <a:ext cx="162000" cy="162000"/>
          </a:xfrm>
          <a:prstGeom prst="rect">
            <a:avLst/>
          </a:prstGeom>
        </p:spPr>
      </p:pic>
      <p:sp>
        <p:nvSpPr>
          <p:cNvPr id="2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6" name="텍스트 개체 틀 2"/>
          <p:cNvSpPr>
            <a:spLocks noGrp="1"/>
          </p:cNvSpPr>
          <p:nvPr>
            <p:ph type="body" sz="quarter" idx="11" hasCustomPrompt="1"/>
          </p:nvPr>
        </p:nvSpPr>
        <p:spPr>
          <a:xfrm>
            <a:off x="3775017" y="698721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3823349-8798-AFA5-D19E-BFF080FF5350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2414" y="787609"/>
            <a:ext cx="232684" cy="23268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BFEE2ED-016A-C219-B1D6-EF513A7A8AB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7115" y="787609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6192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23" name="그림 2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24" name="직선 연결선 23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5" name="그림 24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2" name="직사각형 1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7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ED56851-A05C-651A-314D-23615230F786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2414" y="787609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24503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24" name="그림 2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25" name="직선 연결선 2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9" name="그림 3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41" name="TextBox 4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3" name="직사각형 22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8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499437-0371-CEBC-F683-849D35661EA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2414" y="787609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99439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21" name="모서리가 둥근 직사각형 20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6" name="모서리가 둥근 직사각형 25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31" name="TextBox 3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29249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+ 끝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2" name="모서리가 둥근 직사각형 1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1" name="TextBox 20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직사각형 5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171640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+ 끝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9" name="모서리가 둥근 직사각형 18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직사각형 8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118847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팝업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>
              <a:solidFill>
                <a:prstClr val="black"/>
              </a:solidFill>
            </a:endParaRPr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화면 명</a:t>
            </a:r>
          </a:p>
        </p:txBody>
      </p:sp>
      <p:sp>
        <p:nvSpPr>
          <p:cNvPr id="12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84335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팝업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>
              <a:solidFill>
                <a:prstClr val="black"/>
              </a:solidFill>
            </a:endParaRPr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직사각형 10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456065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DIM처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3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737727" y="696894"/>
            <a:ext cx="2592000" cy="5682598"/>
          </a:xfrm>
          <a:prstGeom prst="roundRect">
            <a:avLst>
              <a:gd name="adj" fmla="val 0"/>
            </a:avLst>
          </a:prstGeom>
          <a:solidFill>
            <a:schemeClr val="tx1">
              <a:lumMod val="95000"/>
              <a:lumOff val="5000"/>
              <a:alpha val="7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>
              <a:buNone/>
              <a:defRPr sz="1050" b="1">
                <a:latin typeface="+mn-ea"/>
                <a:ea typeface="+mn-ea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698776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54546" y="6589958"/>
            <a:ext cx="7488000" cy="216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b="1" dirty="0">
                <a:solidFill>
                  <a:prstClr val="black"/>
                </a:solidFill>
              </a:rPr>
              <a:t>Footer</a:t>
            </a:r>
            <a:endParaRPr lang="ko-KR" altLang="en-US" sz="800" b="1" dirty="0">
              <a:solidFill>
                <a:prstClr val="black"/>
              </a:solidFill>
            </a:endParaRPr>
          </a:p>
        </p:txBody>
      </p: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5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54546" y="295838"/>
            <a:ext cx="7488000" cy="216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b="1" dirty="0">
                <a:solidFill>
                  <a:prstClr val="black"/>
                </a:solidFill>
              </a:rPr>
              <a:t>Header</a:t>
            </a:r>
            <a:endParaRPr lang="ko-KR" altLang="en-US" sz="800" b="1" dirty="0">
              <a:solidFill>
                <a:prstClr val="black"/>
              </a:solidFill>
            </a:endParaRPr>
          </a:p>
        </p:txBody>
      </p:sp>
      <p:sp>
        <p:nvSpPr>
          <p:cNvPr id="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4988871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2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54546" y="295838"/>
            <a:ext cx="7488000" cy="216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b="1" dirty="0">
                <a:solidFill>
                  <a:prstClr val="black"/>
                </a:solidFill>
              </a:rPr>
              <a:t>Header</a:t>
            </a:r>
            <a:endParaRPr lang="ko-KR" altLang="en-US" sz="800" b="1" dirty="0">
              <a:solidFill>
                <a:prstClr val="black"/>
              </a:solidFill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146320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2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4697798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2page+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54546" y="6589958"/>
            <a:ext cx="7488000" cy="216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b="1" dirty="0">
                <a:solidFill>
                  <a:prstClr val="black"/>
                </a:solidFill>
              </a:rPr>
              <a:t>Footer</a:t>
            </a:r>
            <a:endParaRPr lang="ko-KR" altLang="en-US" sz="800" b="1" dirty="0">
              <a:solidFill>
                <a:prstClr val="black"/>
              </a:solidFill>
            </a:endParaRPr>
          </a:p>
        </p:txBody>
      </p:sp>
      <p:sp>
        <p:nvSpPr>
          <p:cNvPr id="5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3284959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DIM처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solidFill>
            <a:schemeClr val="tx1">
              <a:lumMod val="95000"/>
              <a:lumOff val="5000"/>
              <a:alpha val="7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1874852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GNB,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276480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빈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135"/>
          <p:cNvSpPr txBox="1">
            <a:spLocks noChangeArrowheads="1"/>
          </p:cNvSpPr>
          <p:nvPr userDrawn="1"/>
        </p:nvSpPr>
        <p:spPr bwMode="auto">
          <a:xfrm>
            <a:off x="4747012" y="6608111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3375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6801F27-3918-4A1F-97B4-5C95F4F0C257}"/>
              </a:ext>
            </a:extLst>
          </p:cNvPr>
          <p:cNvSpPr/>
          <p:nvPr userDrawn="1"/>
        </p:nvSpPr>
        <p:spPr>
          <a:xfrm flipH="1">
            <a:off x="1" y="0"/>
            <a:ext cx="9905998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제목 2">
            <a:extLst>
              <a:ext uri="{FF2B5EF4-FFF2-40B4-BE49-F238E27FC236}">
                <a16:creationId xmlns:a16="http://schemas.microsoft.com/office/drawing/2014/main" id="{6729F3C3-5B0C-41E6-AE67-477324AB83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65806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lIns="0" tIns="0" rIns="0" bIns="0">
            <a:noAutofit/>
          </a:bodyPr>
          <a:lstStyle>
            <a:lvl1pPr marL="0" indent="0" algn="ctr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3751" b="0" kern="12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 lvl="0">
              <a:spcBef>
                <a:spcPct val="50000"/>
              </a:spcBef>
            </a:pPr>
            <a:r>
              <a:rPr lang="ko-KR" altLang="en-US" dirty="0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69862492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유틸(헤더X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32" name="모서리가 둥근 직사각형 31"/>
          <p:cNvSpPr/>
          <p:nvPr userDrawn="1"/>
        </p:nvSpPr>
        <p:spPr bwMode="auto">
          <a:xfrm>
            <a:off x="737727" y="683328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56640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유틸(로고O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83328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텍스트 개체 틀 130"/>
          <p:cNvSpPr txBox="1">
            <a:spLocks/>
          </p:cNvSpPr>
          <p:nvPr userDrawn="1"/>
        </p:nvSpPr>
        <p:spPr>
          <a:xfrm>
            <a:off x="736034" y="690092"/>
            <a:ext cx="423814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b="1" dirty="0"/>
              <a:t>BI</a:t>
            </a:r>
            <a:endParaRPr lang="ko-KR" altLang="en-US" b="1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화면명</a:t>
            </a:r>
            <a:endParaRPr lang="ko-KR" altLang="en-US" dirty="0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BA98709-1702-9851-74FC-CE7029537B2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9325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2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1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0881653-CE51-8930-FFF9-76A3C2BC7BE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94496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9" name="모서리가 둥근 직사각형 8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13" name="모서리가 둥근 직사각형 12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15" name="직선 연결선 1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16" name="그림 1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grpSp>
        <p:nvGrpSpPr>
          <p:cNvPr id="17" name="그룹 16"/>
          <p:cNvGrpSpPr/>
          <p:nvPr userDrawn="1"/>
        </p:nvGrpSpPr>
        <p:grpSpPr>
          <a:xfrm>
            <a:off x="3763774" y="696894"/>
            <a:ext cx="2592000" cy="396000"/>
            <a:chOff x="246757" y="643736"/>
            <a:chExt cx="2592000" cy="396000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cxnSp>
        <p:nvCxnSpPr>
          <p:cNvPr id="21" name="직선 연결선 20"/>
          <p:cNvCxnSpPr/>
          <p:nvPr userDrawn="1"/>
        </p:nvCxnSpPr>
        <p:spPr>
          <a:xfrm>
            <a:off x="3763774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2" name="그림 2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0545" y="801910"/>
            <a:ext cx="162000" cy="162000"/>
          </a:xfrm>
          <a:prstGeom prst="rect">
            <a:avLst/>
          </a:prstGeom>
        </p:spPr>
      </p:pic>
      <p:sp>
        <p:nvSpPr>
          <p:cNvPr id="2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26" name="텍스트 개체 틀 2"/>
          <p:cNvSpPr>
            <a:spLocks noGrp="1"/>
          </p:cNvSpPr>
          <p:nvPr>
            <p:ph type="body" sz="quarter" idx="11" hasCustomPrompt="1"/>
          </p:nvPr>
        </p:nvSpPr>
        <p:spPr>
          <a:xfrm>
            <a:off x="3775017" y="698721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2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45615D1-FEE0-CC6C-4021-60D0B967724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B09C6D04-2FBB-0042-F6DC-DB383DFD21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8833" y="778334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41911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24" name="직선 연결선 23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5" name="그림 24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2" name="직사각형 1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7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3A068F6-F061-EDF5-E52C-C281BEC0D2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3048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25" name="직선 연결선 2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9" name="그림 3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41" name="TextBox 4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23" name="직사각형 22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28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2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F237AED-9720-98F3-B545-5959F2314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00387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+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21" name="모서리가 둥근 직사각형 20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26" name="모서리가 둥근 직사각형 25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31" name="TextBox 3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549983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++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12" name="모서리가 둥근 직사각형 1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21" name="TextBox 20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직사각형 5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36491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1page+++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19" name="모서리가 둥근 직사각형 18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직사각형 8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0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316470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팝업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/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화면명</a:t>
            </a:r>
            <a:endParaRPr lang="ko-KR" altLang="en-US" dirty="0"/>
          </a:p>
        </p:txBody>
      </p:sp>
      <p:sp>
        <p:nvSpPr>
          <p:cNvPr id="12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731794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팝업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/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화면명</a:t>
            </a:r>
            <a:endParaRPr lang="ko-KR" altLang="en-US" dirty="0"/>
          </a:p>
        </p:txBody>
      </p:sp>
      <p:sp>
        <p:nvSpPr>
          <p:cNvPr id="12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2" name="모서리가 둥근 직사각형 8">
            <a:extLst>
              <a:ext uri="{FF2B5EF4-FFF2-40B4-BE49-F238E27FC236}">
                <a16:creationId xmlns:a16="http://schemas.microsoft.com/office/drawing/2014/main" id="{19B239DA-AD78-E480-1604-46D2A9E29897}"/>
              </a:ext>
            </a:extLst>
          </p:cNvPr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A334CCE3-9D4E-AC29-048E-C091A90986D8}"/>
              </a:ext>
            </a:extLst>
          </p:cNvPr>
          <p:cNvCxnSpPr/>
          <p:nvPr userDrawn="1"/>
        </p:nvCxnSpPr>
        <p:spPr>
          <a:xfrm>
            <a:off x="3763774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텍스트 개체 틀 2">
            <a:extLst>
              <a:ext uri="{FF2B5EF4-FFF2-40B4-BE49-F238E27FC236}">
                <a16:creationId xmlns:a16="http://schemas.microsoft.com/office/drawing/2014/main" id="{043669D7-36DC-D660-471D-EAA73C38630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75017" y="698721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화면명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0F5D9196-EFEC-5DA5-84B8-DD32383C9CB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044" y="798037"/>
            <a:ext cx="174856" cy="174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01681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팝업_1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/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직사각형 10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화면명</a:t>
            </a:r>
            <a:endParaRPr lang="ko-KR" altLang="en-US" dirty="0"/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2457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_dimm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24B9236-07DA-5D76-0633-14D2771FAC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7760" y="778334"/>
            <a:ext cx="232684" cy="232684"/>
          </a:xfrm>
          <a:prstGeom prst="rect">
            <a:avLst/>
          </a:prstGeom>
        </p:spPr>
      </p:pic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/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b="0" dirty="0">
              <a:solidFill>
                <a:schemeClr val="tx1"/>
              </a:solidFill>
            </a:endParaRPr>
          </a:p>
        </p:txBody>
      </p:sp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>
              <a:buNone/>
              <a:defRPr sz="1050" b="1">
                <a:latin typeface="+mn-ea"/>
                <a:ea typeface="+mn-ea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 err="1"/>
              <a:t>메뉴명</a:t>
            </a:r>
            <a:endParaRPr lang="ko-KR" altLang="en-US" dirty="0"/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2F9AA1-A91F-1C06-AC6E-CAF466346D31}"/>
              </a:ext>
            </a:extLst>
          </p:cNvPr>
          <p:cNvSpPr/>
          <p:nvPr userDrawn="1"/>
        </p:nvSpPr>
        <p:spPr>
          <a:xfrm>
            <a:off x="743876" y="696894"/>
            <a:ext cx="2584800" cy="5697535"/>
          </a:xfrm>
          <a:prstGeom prst="rect">
            <a:avLst/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endParaRPr kumimoji="1"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4586613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2" name="모서리가 둥근 직사각형 21">
            <a:extLst>
              <a:ext uri="{FF2B5EF4-FFF2-40B4-BE49-F238E27FC236}">
                <a16:creationId xmlns:a16="http://schemas.microsoft.com/office/drawing/2014/main" id="{8381829E-5FD1-8A5B-E2CA-A15A5812B87E}"/>
              </a:ext>
            </a:extLst>
          </p:cNvPr>
          <p:cNvSpPr/>
          <p:nvPr userDrawn="1"/>
        </p:nvSpPr>
        <p:spPr bwMode="auto">
          <a:xfrm>
            <a:off x="54546" y="6674443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Footer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" name="모서리가 둥근 직사각형 21">
            <a:extLst>
              <a:ext uri="{FF2B5EF4-FFF2-40B4-BE49-F238E27FC236}">
                <a16:creationId xmlns:a16="http://schemas.microsoft.com/office/drawing/2014/main" id="{7F28E742-EBB3-FF27-E47E-1A6ADFFF6428}"/>
              </a:ext>
            </a:extLst>
          </p:cNvPr>
          <p:cNvSpPr/>
          <p:nvPr userDrawn="1"/>
        </p:nvSpPr>
        <p:spPr bwMode="auto">
          <a:xfrm>
            <a:off x="54546" y="291752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Header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17608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1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3" name="모서리가 둥근 직사각형 21">
            <a:extLst>
              <a:ext uri="{FF2B5EF4-FFF2-40B4-BE49-F238E27FC236}">
                <a16:creationId xmlns:a16="http://schemas.microsoft.com/office/drawing/2014/main" id="{77F07D99-B0AF-4235-CC12-24753FE941EC}"/>
              </a:ext>
            </a:extLst>
          </p:cNvPr>
          <p:cNvSpPr/>
          <p:nvPr userDrawn="1"/>
        </p:nvSpPr>
        <p:spPr bwMode="auto">
          <a:xfrm>
            <a:off x="54546" y="291752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Header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411359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1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5" name="TextBox 4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38902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1page++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  <p:sp>
        <p:nvSpPr>
          <p:cNvPr id="2" name="모서리가 둥근 직사각형 21">
            <a:extLst>
              <a:ext uri="{FF2B5EF4-FFF2-40B4-BE49-F238E27FC236}">
                <a16:creationId xmlns:a16="http://schemas.microsoft.com/office/drawing/2014/main" id="{A65101B3-A150-58E3-1DC9-A73D2D8CEDE0}"/>
              </a:ext>
            </a:extLst>
          </p:cNvPr>
          <p:cNvSpPr/>
          <p:nvPr userDrawn="1"/>
        </p:nvSpPr>
        <p:spPr bwMode="auto">
          <a:xfrm>
            <a:off x="54546" y="6674443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Footer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42920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C_DIM처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latin typeface="+mn-ea"/>
                <a:ea typeface="+mn-ea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4259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제목있음" userDrawn="1">
  <p:cSld name="1_제목있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rgbClr val="FFCC00"/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anchor="ctr" anchorCtr="0">
            <a:prstTxWarp prst="textNoShape">
              <a:avLst/>
            </a:prstTxWarp>
            <a:noAutofit/>
          </a:bodyPr>
          <a:lstStyle/>
          <a:p>
            <a:pPr>
              <a:defRPr/>
            </a:pPr>
            <a:endParaRPr sz="100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/>
          <a:stretch>
            <a:fillRect/>
          </a:stretch>
        </p:blipFill>
        <p:spPr>
          <a:xfrm>
            <a:off x="4425713" y="6165304"/>
            <a:ext cx="1054575" cy="236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75344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C_GNB,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217336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빈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135"/>
          <p:cNvSpPr txBox="1">
            <a:spLocks noChangeArrowheads="1"/>
          </p:cNvSpPr>
          <p:nvPr userDrawn="1"/>
        </p:nvSpPr>
        <p:spPr bwMode="auto">
          <a:xfrm>
            <a:off x="4747012" y="6608111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772493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6801F27-3918-4A1F-97B4-5C95F4F0C257}"/>
              </a:ext>
            </a:extLst>
          </p:cNvPr>
          <p:cNvSpPr/>
          <p:nvPr userDrawn="1"/>
        </p:nvSpPr>
        <p:spPr>
          <a:xfrm flipH="1">
            <a:off x="1" y="0"/>
            <a:ext cx="9905998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solidFill>
                <a:prstClr val="white"/>
              </a:solidFill>
            </a:endParaRPr>
          </a:p>
        </p:txBody>
      </p:sp>
      <p:sp>
        <p:nvSpPr>
          <p:cNvPr id="4" name="제목 2">
            <a:extLst>
              <a:ext uri="{FF2B5EF4-FFF2-40B4-BE49-F238E27FC236}">
                <a16:creationId xmlns:a16="http://schemas.microsoft.com/office/drawing/2014/main" id="{6729F3C3-5B0C-41E6-AE67-477324AB83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65806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lIns="0" tIns="0" rIns="0" bIns="0">
            <a:noAutofit/>
          </a:bodyPr>
          <a:lstStyle>
            <a:lvl1pPr marL="0" indent="0" algn="ctr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3751" b="0" kern="12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 lvl="0">
              <a:spcBef>
                <a:spcPct val="50000"/>
              </a:spcBef>
            </a:pPr>
            <a:r>
              <a:rPr lang="ko-KR" altLang="en-US" dirty="0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3984393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제목있음" userDrawn="1">
  <p:cSld name="제목있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20"/>
          <p:cNvSpPr/>
          <p:nvPr userDrawn="1"/>
        </p:nvSpPr>
        <p:spPr>
          <a:xfrm rot="21600000" flipH="1">
            <a:off x="0" y="0"/>
            <a:ext cx="9904411" cy="216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solidFill>
                <a:prstClr val="white"/>
              </a:solidFill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7748EDB8-572D-A902-6A71-97482603380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9980" y="25723"/>
            <a:ext cx="202500" cy="1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3133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MO_유틸성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83328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텍스트 개체 틀 130"/>
          <p:cNvSpPr txBox="1">
            <a:spLocks/>
          </p:cNvSpPr>
          <p:nvPr userDrawn="1"/>
        </p:nvSpPr>
        <p:spPr>
          <a:xfrm>
            <a:off x="736034" y="690092"/>
            <a:ext cx="423814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prstClr val="black"/>
                </a:solidFill>
              </a:rPr>
              <a:t>BI</a:t>
            </a:r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화면 명</a:t>
            </a:r>
          </a:p>
        </p:txBody>
      </p:sp>
    </p:spTree>
    <p:extLst>
      <p:ext uri="{BB962C8B-B14F-4D97-AF65-F5344CB8AC3E}">
        <p14:creationId xmlns:p14="http://schemas.microsoft.com/office/powerpoint/2010/main" val="39098131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1page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2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0001397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1page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8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13" name="모서리가 둥근 직사각형 12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14" name="그림 1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15" name="직선 연결선 1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16" name="그림 15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grpSp>
        <p:nvGrpSpPr>
          <p:cNvPr id="17" name="그룹 16"/>
          <p:cNvGrpSpPr/>
          <p:nvPr userDrawn="1"/>
        </p:nvGrpSpPr>
        <p:grpSpPr>
          <a:xfrm>
            <a:off x="3763774" y="696894"/>
            <a:ext cx="2592000" cy="396000"/>
            <a:chOff x="246757" y="643736"/>
            <a:chExt cx="2592000" cy="396000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20" name="그림 1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094198" y="740965"/>
            <a:ext cx="185440" cy="278760"/>
          </a:xfrm>
          <a:prstGeom prst="rect">
            <a:avLst/>
          </a:prstGeom>
        </p:spPr>
      </p:pic>
      <p:cxnSp>
        <p:nvCxnSpPr>
          <p:cNvPr id="21" name="직선 연결선 20"/>
          <p:cNvCxnSpPr/>
          <p:nvPr userDrawn="1"/>
        </p:nvCxnSpPr>
        <p:spPr>
          <a:xfrm>
            <a:off x="3763774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2" name="그림 21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0545" y="801910"/>
            <a:ext cx="162000" cy="162000"/>
          </a:xfrm>
          <a:prstGeom prst="rect">
            <a:avLst/>
          </a:prstGeom>
        </p:spPr>
      </p:pic>
      <p:sp>
        <p:nvSpPr>
          <p:cNvPr id="2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6" name="텍스트 개체 틀 2"/>
          <p:cNvSpPr>
            <a:spLocks noGrp="1"/>
          </p:cNvSpPr>
          <p:nvPr>
            <p:ph type="body" sz="quarter" idx="11" hasCustomPrompt="1"/>
          </p:nvPr>
        </p:nvSpPr>
        <p:spPr>
          <a:xfrm>
            <a:off x="3775017" y="698721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307632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23" name="그림 2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24" name="직선 연결선 23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5" name="그림 24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2" name="직사각형 1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7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8180979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2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grpSp>
        <p:nvGrpSpPr>
          <p:cNvPr id="19" name="그룹 18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20" name="직선 연결선 19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22" name="모서리가 둥근 직사각형 2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24" name="그림 2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25" name="직선 연결선 24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9" name="그림 3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41" name="TextBox 4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3" name="직사각형 22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8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2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4780691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2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21" name="모서리가 둥근 직사각형 20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6" name="모서리가 둥근 직사각형 25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31" name="TextBox 30"/>
          <p:cNvSpPr txBox="1"/>
          <p:nvPr userDrawn="1"/>
        </p:nvSpPr>
        <p:spPr>
          <a:xfrm>
            <a:off x="4563377" y="6408056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3766873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267437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2page+ 끝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2" name="모서리가 둥근 직사각형 1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1" name="TextBox 20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직사각형 5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34103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2page+ 끝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18" name="모서리가 둥근 직사각형 17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9" name="모서리가 둥근 직사각형 18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1534231" y="483274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직사각형 8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737727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3123993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팝업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>
              <a:solidFill>
                <a:prstClr val="black"/>
              </a:solidFill>
            </a:endParaRPr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화면 명</a:t>
            </a:r>
          </a:p>
        </p:txBody>
      </p:sp>
      <p:sp>
        <p:nvSpPr>
          <p:cNvPr id="12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641487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팝업_2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 userDrawn="1"/>
        </p:nvSpPr>
        <p:spPr bwMode="auto">
          <a:xfrm>
            <a:off x="3766873" y="698507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7" name="모서리가 둥근 직사각형 6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864" y="798037"/>
            <a:ext cx="174856" cy="174856"/>
          </a:xfrm>
          <a:prstGeom prst="rect">
            <a:avLst/>
          </a:prstGeom>
        </p:spPr>
      </p:pic>
      <p:sp>
        <p:nvSpPr>
          <p:cNvPr id="13" name="텍스트 개체 틀 130"/>
          <p:cNvSpPr txBox="1">
            <a:spLocks/>
          </p:cNvSpPr>
          <p:nvPr/>
        </p:nvSpPr>
        <p:spPr>
          <a:xfrm>
            <a:off x="738015" y="624684"/>
            <a:ext cx="2592000" cy="396000"/>
          </a:xfrm>
          <a:prstGeom prst="rect">
            <a:avLst/>
          </a:prstGeom>
          <a:ln>
            <a:noFill/>
            <a:prstDash val="dash"/>
          </a:ln>
          <a:effectLst/>
        </p:spPr>
        <p:txBody>
          <a:bodyPr anchor="ctr" anchorCtr="0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050" b="1" kern="1200" spc="-9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 dirty="0">
              <a:solidFill>
                <a:prstClr val="black"/>
              </a:solidFill>
            </a:endParaRPr>
          </a:p>
        </p:txBody>
      </p:sp>
      <p:cxnSp>
        <p:nvCxnSpPr>
          <p:cNvPr id="17" name="직선 연결선 16"/>
          <p:cNvCxnSpPr/>
          <p:nvPr userDrawn="1"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직사각형 10"/>
          <p:cNvSpPr/>
          <p:nvPr userDrawn="1"/>
        </p:nvSpPr>
        <p:spPr>
          <a:xfrm>
            <a:off x="737727" y="6345477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2" name="직사각형 11"/>
          <p:cNvSpPr/>
          <p:nvPr userDrawn="1"/>
        </p:nvSpPr>
        <p:spPr>
          <a:xfrm>
            <a:off x="3770601" y="688134"/>
            <a:ext cx="2592000" cy="73006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 defTabSz="914400" rtl="0" eaLnBrk="1" fontAlgn="base" latinLnBrk="1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None/>
              <a:defRPr kumimoji="1" lang="ko-KR" altLang="en-US" sz="1050" b="1" kern="1200" spc="-9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523446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O_DIM처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9058"/>
            <a:ext cx="9834274" cy="6526899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grpSp>
        <p:nvGrpSpPr>
          <p:cNvPr id="31" name="그룹 30"/>
          <p:cNvGrpSpPr/>
          <p:nvPr userDrawn="1"/>
        </p:nvGrpSpPr>
        <p:grpSpPr>
          <a:xfrm>
            <a:off x="737727" y="696894"/>
            <a:ext cx="2592000" cy="396000"/>
            <a:chOff x="246757" y="643736"/>
            <a:chExt cx="2592000" cy="396000"/>
          </a:xfrm>
        </p:grpSpPr>
        <p:cxnSp>
          <p:nvCxnSpPr>
            <p:cNvPr id="38" name="직선 연결선 37"/>
            <p:cNvCxnSpPr/>
            <p:nvPr/>
          </p:nvCxnSpPr>
          <p:spPr>
            <a:xfrm>
              <a:off x="246757" y="1022047"/>
              <a:ext cx="2592000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9" name="텍스트 개체 틀 130"/>
            <p:cNvSpPr txBox="1">
              <a:spLocks/>
            </p:cNvSpPr>
            <p:nvPr/>
          </p:nvSpPr>
          <p:spPr>
            <a:xfrm>
              <a:off x="246757" y="643736"/>
              <a:ext cx="2592000" cy="396000"/>
            </a:xfrm>
            <a:prstGeom prst="rect">
              <a:avLst/>
            </a:prstGeom>
            <a:ln>
              <a:noFill/>
              <a:prstDash val="dash"/>
            </a:ln>
            <a:effectLst/>
          </p:spPr>
          <p:txBody>
            <a:bodyPr anchor="ctr" anchorCtr="0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050" b="1" kern="1200" spc="-9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모서리가 둥근 직사각형 31"/>
          <p:cNvSpPr/>
          <p:nvPr userDrawn="1"/>
        </p:nvSpPr>
        <p:spPr bwMode="auto">
          <a:xfrm>
            <a:off x="737727" y="691492"/>
            <a:ext cx="2592000" cy="5688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700" dirty="0">
              <a:solidFill>
                <a:prstClr val="black"/>
              </a:solidFill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068151" y="740965"/>
            <a:ext cx="185440" cy="278760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737727" y="1075205"/>
            <a:ext cx="25920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7" name="그림 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498" y="801910"/>
            <a:ext cx="162000" cy="162000"/>
          </a:xfrm>
          <a:prstGeom prst="rect">
            <a:avLst/>
          </a:prstGeom>
        </p:spPr>
      </p:pic>
      <p:sp>
        <p:nvSpPr>
          <p:cNvPr id="13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737727" y="696894"/>
            <a:ext cx="2592000" cy="5682598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15" name="텍스트 개체 틀 2"/>
          <p:cNvSpPr>
            <a:spLocks noGrp="1"/>
          </p:cNvSpPr>
          <p:nvPr>
            <p:ph type="body" sz="quarter" idx="10" hasCustomPrompt="1"/>
          </p:nvPr>
        </p:nvSpPr>
        <p:spPr>
          <a:xfrm>
            <a:off x="744764" y="696894"/>
            <a:ext cx="2584963" cy="377845"/>
          </a:xfrm>
        </p:spPr>
        <p:txBody>
          <a:bodyPr anchor="ctr"/>
          <a:lstStyle>
            <a:lvl1pPr marL="0" indent="0" algn="ctr">
              <a:buNone/>
              <a:defRPr sz="1050" b="1">
                <a:latin typeface="+mn-ea"/>
                <a:ea typeface="+mn-ea"/>
              </a:defRPr>
            </a:lvl1pPr>
            <a:lvl2pPr marL="392089" indent="0">
              <a:buFont typeface="+mj-lt"/>
              <a:buNone/>
              <a:defRPr sz="1050">
                <a:latin typeface="+mn-ea"/>
                <a:ea typeface="+mn-ea"/>
              </a:defRPr>
            </a:lvl2pPr>
            <a:lvl3pPr marL="990538" indent="0">
              <a:buFont typeface="+mj-lt"/>
              <a:buNone/>
              <a:defRPr sz="1050">
                <a:latin typeface="+mn-ea"/>
                <a:ea typeface="+mn-ea"/>
              </a:defRPr>
            </a:lvl3pPr>
            <a:lvl4pPr marL="1485807" indent="0">
              <a:buFont typeface="+mj-lt"/>
              <a:buNone/>
              <a:defRPr sz="1050">
                <a:latin typeface="+mn-ea"/>
                <a:ea typeface="+mn-ea"/>
              </a:defRPr>
            </a:lvl4pPr>
            <a:lvl5pPr marL="1981078" indent="0">
              <a:buFont typeface="+mj-lt"/>
              <a:buNone/>
              <a:defRPr sz="1050">
                <a:latin typeface="+mn-ea"/>
                <a:ea typeface="+mn-ea"/>
              </a:defRPr>
            </a:lvl5pPr>
          </a:lstStyle>
          <a:p>
            <a:pPr lvl="0"/>
            <a:r>
              <a:rPr lang="ko-KR" altLang="en-US" dirty="0"/>
              <a:t>메뉴 명</a:t>
            </a:r>
          </a:p>
        </p:txBody>
      </p:sp>
      <p:sp>
        <p:nvSpPr>
          <p:cNvPr id="14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48587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C_1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모서리가 둥근 직사각형 21">
            <a:extLst>
              <a:ext uri="{FF2B5EF4-FFF2-40B4-BE49-F238E27FC236}">
                <a16:creationId xmlns:a16="http://schemas.microsoft.com/office/drawing/2014/main" id="{D0EEEAA6-F9C6-98D6-11A5-592D0F03231D}"/>
              </a:ext>
            </a:extLst>
          </p:cNvPr>
          <p:cNvSpPr/>
          <p:nvPr userDrawn="1"/>
        </p:nvSpPr>
        <p:spPr bwMode="auto">
          <a:xfrm>
            <a:off x="54546" y="6674443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Footer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" name="모서리가 둥근 직사각형 21">
            <a:extLst>
              <a:ext uri="{FF2B5EF4-FFF2-40B4-BE49-F238E27FC236}">
                <a16:creationId xmlns:a16="http://schemas.microsoft.com/office/drawing/2014/main" id="{62FDAC9D-2EDC-3B3E-3B68-DF9753F6BBCD}"/>
              </a:ext>
            </a:extLst>
          </p:cNvPr>
          <p:cNvSpPr/>
          <p:nvPr userDrawn="1"/>
        </p:nvSpPr>
        <p:spPr bwMode="auto">
          <a:xfrm>
            <a:off x="54546" y="291752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Header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3" name="모서리가 둥근 직사각형 21">
            <a:extLst>
              <a:ext uri="{FF2B5EF4-FFF2-40B4-BE49-F238E27FC236}">
                <a16:creationId xmlns:a16="http://schemas.microsoft.com/office/drawing/2014/main" id="{B58A83A8-4791-CDA3-BF0D-AE3B3B68DBE3}"/>
              </a:ext>
            </a:extLst>
          </p:cNvPr>
          <p:cNvSpPr/>
          <p:nvPr userDrawn="1"/>
        </p:nvSpPr>
        <p:spPr bwMode="auto">
          <a:xfrm rot="16200000">
            <a:off x="-3019919" y="3483098"/>
            <a:ext cx="6264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>
                <a:solidFill>
                  <a:schemeClr val="bg1">
                    <a:lumMod val="75000"/>
                  </a:schemeClr>
                </a:solidFill>
                <a:latin typeface="+mn-ea"/>
              </a:rPr>
              <a:t>LNB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65760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C_2page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모서리가 둥근 직사각형 21">
            <a:extLst>
              <a:ext uri="{FF2B5EF4-FFF2-40B4-BE49-F238E27FC236}">
                <a16:creationId xmlns:a16="http://schemas.microsoft.com/office/drawing/2014/main" id="{CAE76B6F-8AE5-3ED9-599B-BB22FDA4666B}"/>
              </a:ext>
            </a:extLst>
          </p:cNvPr>
          <p:cNvSpPr/>
          <p:nvPr userDrawn="1"/>
        </p:nvSpPr>
        <p:spPr bwMode="auto">
          <a:xfrm>
            <a:off x="54546" y="291752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Header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7101955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C_2page++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 userDrawn="1"/>
        </p:nvSpPr>
        <p:spPr>
          <a:xfrm>
            <a:off x="3294914" y="6605902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 장에서 계속 ▼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928239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C_2page+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endParaRPr lang="ko-KR" altLang="en-US" sz="800" b="1" u="sng" dirty="0">
              <a:solidFill>
                <a:prstClr val="black"/>
              </a:solidFill>
            </a:endParaRPr>
          </a:p>
        </p:txBody>
      </p:sp>
      <p:sp>
        <p:nvSpPr>
          <p:cNvPr id="6" name="TextBox 5"/>
          <p:cNvSpPr txBox="1"/>
          <p:nvPr userDrawn="1"/>
        </p:nvSpPr>
        <p:spPr>
          <a:xfrm>
            <a:off x="3294914" y="285750"/>
            <a:ext cx="9989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 dirty="0">
                <a:ln>
                  <a:solidFill>
                    <a:prstClr val="black">
                      <a:lumMod val="50000"/>
                      <a:lumOff val="50000"/>
                      <a:alpha val="0"/>
                    </a:prstClr>
                  </a:solidFill>
                </a:ln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 장에서 계속 ▲</a:t>
            </a:r>
            <a:endParaRPr lang="en-US" altLang="ko-KR" sz="500" dirty="0">
              <a:ln>
                <a:solidFill>
                  <a:prstClr val="black">
                    <a:lumMod val="50000"/>
                    <a:lumOff val="50000"/>
                    <a:alpha val="0"/>
                  </a:prstClr>
                </a:solidFill>
              </a:ln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모서리가 둥근 직사각형 21">
            <a:extLst>
              <a:ext uri="{FF2B5EF4-FFF2-40B4-BE49-F238E27FC236}">
                <a16:creationId xmlns:a16="http://schemas.microsoft.com/office/drawing/2014/main" id="{E9ECC1FF-FA19-3105-5198-EDB812F90F53}"/>
              </a:ext>
            </a:extLst>
          </p:cNvPr>
          <p:cNvSpPr/>
          <p:nvPr userDrawn="1"/>
        </p:nvSpPr>
        <p:spPr bwMode="auto">
          <a:xfrm>
            <a:off x="54546" y="6674443"/>
            <a:ext cx="7488000" cy="13412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 anchorCtr="0"/>
          <a:lstStyle/>
          <a:p>
            <a:pPr algn="ctr">
              <a:spcBef>
                <a:spcPts val="0"/>
              </a:spcBef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Footer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3347143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C_DIM처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F20E6A4C-B9E7-4819-BCFD-B912E75FDA11}"/>
              </a:ext>
            </a:extLst>
          </p:cNvPr>
          <p:cNvSpPr/>
          <p:nvPr userDrawn="1"/>
        </p:nvSpPr>
        <p:spPr bwMode="auto">
          <a:xfrm>
            <a:off x="35496" y="276226"/>
            <a:ext cx="7517829" cy="6529732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3" name="Text Box 135"/>
          <p:cNvSpPr txBox="1">
            <a:spLocks noChangeArrowheads="1"/>
          </p:cNvSpPr>
          <p:nvPr userDrawn="1"/>
        </p:nvSpPr>
        <p:spPr bwMode="auto">
          <a:xfrm>
            <a:off x="9352755" y="6574243"/>
            <a:ext cx="519377" cy="233436"/>
          </a:xfrm>
          <a:prstGeom prst="rect">
            <a:avLst/>
          </a:prstGeom>
          <a:noFill/>
          <a:ln>
            <a:noFill/>
          </a:ln>
        </p:spPr>
        <p:txBody>
          <a:bodyPr lIns="99037" tIns="49517" rIns="99037" bIns="49517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fld id="{E3D7984B-6989-4829-A3F0-1991E14A15BC}" type="slidenum">
              <a:rPr lang="en-US" altLang="ko-KR" sz="867" b="0" smtClea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ko-KR" sz="867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849785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4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81124" y="130269"/>
            <a:ext cx="3354373" cy="475664"/>
          </a:xfrm>
        </p:spPr>
        <p:txBody>
          <a:bodyPr>
            <a:normAutofit/>
          </a:bodyPr>
          <a:lstStyle>
            <a:lvl1pPr algn="l">
              <a:defRPr sz="1517" b="1">
                <a:solidFill>
                  <a:srgbClr val="002060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95B132-44C3-443A-B08C-40EAAB9590FD}" type="datetime1">
              <a:rPr lang="ko-KR" altLang="en-US" smtClean="0"/>
              <a:t>2023-10-04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6" name="직사각형 5"/>
          <p:cNvSpPr/>
          <p:nvPr userDrawn="1"/>
        </p:nvSpPr>
        <p:spPr>
          <a:xfrm>
            <a:off x="272480" y="195282"/>
            <a:ext cx="78009" cy="34563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래픽 15">
            <a:extLst>
              <a:ext uri="{FF2B5EF4-FFF2-40B4-BE49-F238E27FC236}">
                <a16:creationId xmlns:a16="http://schemas.microsoft.com/office/drawing/2014/main" id="{E810697C-B5ED-4C34-AE9C-1E76B3762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95300" y="740701"/>
            <a:ext cx="8826185" cy="6117299"/>
          </a:xfrm>
          <a:prstGeom prst="rect">
            <a:avLst/>
          </a:prstGeom>
        </p:spPr>
      </p:pic>
      <p:pic>
        <p:nvPicPr>
          <p:cNvPr id="14" name="그래픽 13">
            <a:extLst>
              <a:ext uri="{FF2B5EF4-FFF2-40B4-BE49-F238E27FC236}">
                <a16:creationId xmlns:a16="http://schemas.microsoft.com/office/drawing/2014/main" id="{97F0A7A3-5E37-43D8-AEE1-7EF9F1C109A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03217" y="1316766"/>
            <a:ext cx="1532337" cy="361951"/>
          </a:xfrm>
          <a:prstGeom prst="rect">
            <a:avLst/>
          </a:prstGeom>
        </p:spPr>
      </p:pic>
      <p:pic>
        <p:nvPicPr>
          <p:cNvPr id="18" name="그래픽 17">
            <a:extLst>
              <a:ext uri="{FF2B5EF4-FFF2-40B4-BE49-F238E27FC236}">
                <a16:creationId xmlns:a16="http://schemas.microsoft.com/office/drawing/2014/main" id="{2591E34A-E3D3-4266-9A47-C2692F020AA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488476" y="1228430"/>
            <a:ext cx="390043" cy="450287"/>
          </a:xfrm>
          <a:prstGeom prst="rect">
            <a:avLst/>
          </a:prstGeom>
          <a:effectLst/>
        </p:spPr>
      </p:pic>
      <p:pic>
        <p:nvPicPr>
          <p:cNvPr id="12" name="Picture 2" descr="C:\Users\user\Downloads\허브원CI.png"/>
          <p:cNvPicPr>
            <a:picLocks noChangeAspect="1" noChangeArrowheads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2161" y="6382285"/>
            <a:ext cx="387377" cy="4070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9555114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1B4F737-218C-4C5B-9F21-478C3FFE599E}" type="datetime1">
              <a:rPr lang="ko-KR" altLang="en-US" smtClean="0"/>
              <a:t>2023-10-04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‹#›</a:t>
            </a:fld>
            <a:endParaRPr lang="ko-KR" altLang="en-US"/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54278697-06F0-4C4C-B6EF-07E997BEDBA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2523" y="750303"/>
            <a:ext cx="8424936" cy="5838960"/>
          </a:xfrm>
          <a:prstGeom prst="rect">
            <a:avLst/>
          </a:prstGeom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1607F8BC-0C78-499E-8854-6124307E64C1}"/>
              </a:ext>
            </a:extLst>
          </p:cNvPr>
          <p:cNvSpPr/>
          <p:nvPr userDrawn="1"/>
        </p:nvSpPr>
        <p:spPr>
          <a:xfrm>
            <a:off x="662523" y="745457"/>
            <a:ext cx="8424936" cy="5838959"/>
          </a:xfrm>
          <a:prstGeom prst="rect">
            <a:avLst/>
          </a:prstGeom>
          <a:solidFill>
            <a:srgbClr val="FFFFFF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2" name="Picture 2" descr="C:\Users\user\Downloads\허브원CI.png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2161" y="6382285"/>
            <a:ext cx="387377" cy="4070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제목 1"/>
          <p:cNvSpPr>
            <a:spLocks noGrp="1"/>
          </p:cNvSpPr>
          <p:nvPr>
            <p:ph type="title"/>
          </p:nvPr>
        </p:nvSpPr>
        <p:spPr>
          <a:xfrm>
            <a:off x="381124" y="130269"/>
            <a:ext cx="3354373" cy="475664"/>
          </a:xfrm>
        </p:spPr>
        <p:txBody>
          <a:bodyPr>
            <a:normAutofit/>
          </a:bodyPr>
          <a:lstStyle>
            <a:lvl1pPr algn="l">
              <a:defRPr sz="1517" b="1">
                <a:solidFill>
                  <a:srgbClr val="002060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14" name="직사각형 13"/>
          <p:cNvSpPr/>
          <p:nvPr userDrawn="1"/>
        </p:nvSpPr>
        <p:spPr>
          <a:xfrm>
            <a:off x="272480" y="195282"/>
            <a:ext cx="78009" cy="34563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383687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26" Type="http://schemas.openxmlformats.org/officeDocument/2006/relationships/slideLayout" Target="../slideLayouts/slideLayout47.xml"/><Relationship Id="rId39" Type="http://schemas.openxmlformats.org/officeDocument/2006/relationships/slideLayout" Target="../slideLayouts/slideLayout60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34" Type="http://schemas.openxmlformats.org/officeDocument/2006/relationships/slideLayout" Target="../slideLayouts/slideLayout55.xml"/><Relationship Id="rId42" Type="http://schemas.openxmlformats.org/officeDocument/2006/relationships/slideLayout" Target="../slideLayouts/slideLayout63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33" Type="http://schemas.openxmlformats.org/officeDocument/2006/relationships/slideLayout" Target="../slideLayouts/slideLayout54.xml"/><Relationship Id="rId38" Type="http://schemas.openxmlformats.org/officeDocument/2006/relationships/slideLayout" Target="../slideLayouts/slideLayout59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29" Type="http://schemas.openxmlformats.org/officeDocument/2006/relationships/slideLayout" Target="../slideLayouts/slideLayout50.xml"/><Relationship Id="rId41" Type="http://schemas.openxmlformats.org/officeDocument/2006/relationships/slideLayout" Target="../slideLayouts/slideLayout62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32" Type="http://schemas.openxmlformats.org/officeDocument/2006/relationships/slideLayout" Target="../slideLayouts/slideLayout53.xml"/><Relationship Id="rId37" Type="http://schemas.openxmlformats.org/officeDocument/2006/relationships/slideLayout" Target="../slideLayouts/slideLayout58.xml"/><Relationship Id="rId40" Type="http://schemas.openxmlformats.org/officeDocument/2006/relationships/slideLayout" Target="../slideLayouts/slideLayout61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36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31" Type="http://schemas.openxmlformats.org/officeDocument/2006/relationships/slideLayout" Target="../slideLayouts/slideLayout52.xml"/><Relationship Id="rId44" Type="http://schemas.openxmlformats.org/officeDocument/2006/relationships/theme" Target="../theme/theme2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51.xml"/><Relationship Id="rId35" Type="http://schemas.openxmlformats.org/officeDocument/2006/relationships/slideLayout" Target="../slideLayouts/slideLayout56.xml"/><Relationship Id="rId43" Type="http://schemas.openxmlformats.org/officeDocument/2006/relationships/slideLayout" Target="../slideLayouts/slideLayout6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제목 개체 틀 1"/>
          <p:cNvSpPr>
            <a:spLocks noGrp="1"/>
          </p:cNvSpPr>
          <p:nvPr>
            <p:ph type="title"/>
          </p:nvPr>
        </p:nvSpPr>
        <p:spPr bwMode="auto">
          <a:xfrm>
            <a:off x="464344" y="714375"/>
            <a:ext cx="8915400" cy="654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027" name="텍스트 개체 틀 2"/>
          <p:cNvSpPr>
            <a:spLocks noGrp="1"/>
          </p:cNvSpPr>
          <p:nvPr>
            <p:ph type="body" idx="1"/>
          </p:nvPr>
        </p:nvSpPr>
        <p:spPr bwMode="auto">
          <a:xfrm>
            <a:off x="464348" y="1428750"/>
            <a:ext cx="8946356" cy="4697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7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fld id="{B2CEED47-6A80-4C7E-9FA6-36E2DD53C0AB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2023-10-04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7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7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fld id="{C57FA87E-57C1-4815-85A2-E254ED9862BF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3260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0" r:id="rId1"/>
    <p:sldLayoutId id="2147483791" r:id="rId2"/>
    <p:sldLayoutId id="2147483792" r:id="rId3"/>
    <p:sldLayoutId id="2147483793" r:id="rId4"/>
    <p:sldLayoutId id="2147483794" r:id="rId5"/>
    <p:sldLayoutId id="2147483795" r:id="rId6"/>
    <p:sldLayoutId id="2147483796" r:id="rId7"/>
    <p:sldLayoutId id="2147483797" r:id="rId8"/>
    <p:sldLayoutId id="2147483798" r:id="rId9"/>
    <p:sldLayoutId id="2147483799" r:id="rId10"/>
    <p:sldLayoutId id="2147483800" r:id="rId11"/>
    <p:sldLayoutId id="2147483801" r:id="rId12"/>
    <p:sldLayoutId id="2147483802" r:id="rId13"/>
    <p:sldLayoutId id="2147483803" r:id="rId14"/>
    <p:sldLayoutId id="2147483804" r:id="rId15"/>
    <p:sldLayoutId id="2147483805" r:id="rId16"/>
    <p:sldLayoutId id="2147483806" r:id="rId17"/>
    <p:sldLayoutId id="2147483807" r:id="rId18"/>
    <p:sldLayoutId id="2147483808" r:id="rId19"/>
    <p:sldLayoutId id="2147483809" r:id="rId20"/>
    <p:sldLayoutId id="2147483810" r:id="rId21"/>
  </p:sldLayoutIdLst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sz="3900" b="1" kern="1200">
          <a:solidFill>
            <a:schemeClr val="tx1"/>
          </a:solidFill>
          <a:latin typeface="+mn-ea"/>
          <a:ea typeface="+mn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5pPr>
      <a:lvl6pPr marL="495271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6pPr>
      <a:lvl7pPr marL="990539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7pPr>
      <a:lvl8pPr marL="1485809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8pPr>
      <a:lvl9pPr marL="1981077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9pPr>
    </p:titleStyle>
    <p:bodyStyle>
      <a:lvl1pPr marL="392090" indent="-392090" algn="l" rtl="0" eaLnBrk="0" fontAlgn="base" latinLnBrk="1" hangingPunct="0">
        <a:spcBef>
          <a:spcPts val="325"/>
        </a:spcBef>
        <a:spcAft>
          <a:spcPts val="325"/>
        </a:spcAft>
        <a:buFont typeface="맑은 고딕" pitchFamily="50" charset="-127"/>
        <a:buAutoNum type="arabicPeriod"/>
        <a:defRPr sz="3467" kern="1200">
          <a:solidFill>
            <a:schemeClr val="tx1"/>
          </a:solidFill>
          <a:latin typeface="+mn-ea"/>
          <a:ea typeface="+mn-ea"/>
          <a:cs typeface="+mn-cs"/>
        </a:defRPr>
      </a:lvl1pPr>
      <a:lvl2pPr marL="680996" indent="-288907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"/>
        <a:defRPr sz="1517" kern="1200">
          <a:solidFill>
            <a:schemeClr val="tx1"/>
          </a:solidFill>
          <a:latin typeface="+mn-ea"/>
          <a:ea typeface="+mn-ea"/>
          <a:cs typeface="+mn-cs"/>
        </a:defRPr>
      </a:lvl2pPr>
      <a:lvl3pPr marL="1238173" indent="-247635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"/>
        <a:defRPr sz="1300" kern="1200">
          <a:solidFill>
            <a:schemeClr val="tx1"/>
          </a:solidFill>
          <a:latin typeface="+mn-ea"/>
          <a:ea typeface="+mn-ea"/>
          <a:cs typeface="+mn-cs"/>
        </a:defRPr>
      </a:lvl3pPr>
      <a:lvl4pPr marL="1733442" indent="-247635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Ø"/>
        <a:defRPr sz="1083" kern="1200">
          <a:solidFill>
            <a:schemeClr val="tx1"/>
          </a:solidFill>
          <a:latin typeface="+mn-ea"/>
          <a:ea typeface="+mn-ea"/>
          <a:cs typeface="+mn-cs"/>
        </a:defRPr>
      </a:lvl4pPr>
      <a:lvl5pPr marL="2228713" indent="-247635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»"/>
        <a:defRPr sz="2167" kern="1200">
          <a:solidFill>
            <a:schemeClr val="tx1"/>
          </a:solidFill>
          <a:latin typeface="굴림체" pitchFamily="49" charset="-127"/>
          <a:ea typeface="굴림체" pitchFamily="49" charset="-127"/>
          <a:cs typeface="+mn-cs"/>
        </a:defRPr>
      </a:lvl5pPr>
      <a:lvl6pPr marL="2723983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6pPr>
      <a:lvl7pPr marL="3219252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7pPr>
      <a:lvl8pPr marL="3714522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8pPr>
      <a:lvl9pPr marL="4209790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1pPr>
      <a:lvl2pPr marL="495271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90539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3pPr>
      <a:lvl4pPr marL="1485809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4pPr>
      <a:lvl5pPr marL="1981077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5pPr>
      <a:lvl6pPr marL="2476348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16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7pPr>
      <a:lvl8pPr marL="3466887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8pPr>
      <a:lvl9pPr marL="3962156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제목 개체 틀 1"/>
          <p:cNvSpPr>
            <a:spLocks noGrp="1"/>
          </p:cNvSpPr>
          <p:nvPr>
            <p:ph type="title"/>
          </p:nvPr>
        </p:nvSpPr>
        <p:spPr bwMode="auto">
          <a:xfrm>
            <a:off x="464344" y="714375"/>
            <a:ext cx="8915400" cy="654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027" name="텍스트 개체 틀 2"/>
          <p:cNvSpPr>
            <a:spLocks noGrp="1"/>
          </p:cNvSpPr>
          <p:nvPr>
            <p:ph type="body" idx="1"/>
          </p:nvPr>
        </p:nvSpPr>
        <p:spPr bwMode="auto">
          <a:xfrm>
            <a:off x="464348" y="1428750"/>
            <a:ext cx="8946356" cy="4697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7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fld id="{B2CEED47-6A80-4C7E-9FA6-36E2DD53C0AB}" type="datetimeFigureOut">
              <a:rPr lang="ko-KR" altLang="en-US" smtClean="0"/>
              <a:pPr>
                <a:defRPr/>
              </a:pPr>
              <a:t>2023-10-04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7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7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3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fld id="{C57FA87E-57C1-4815-85A2-E254ED9862BF}" type="slidenum">
              <a:rPr lang="ko-KR" altLang="en-US" smtClean="0"/>
              <a:pPr>
                <a:defRPr/>
              </a:pPr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15565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2" r:id="rId1"/>
    <p:sldLayoutId id="2147483813" r:id="rId2"/>
    <p:sldLayoutId id="2147483814" r:id="rId3"/>
    <p:sldLayoutId id="2147483815" r:id="rId4"/>
    <p:sldLayoutId id="2147483816" r:id="rId5"/>
    <p:sldLayoutId id="2147483817" r:id="rId6"/>
    <p:sldLayoutId id="2147483818" r:id="rId7"/>
    <p:sldLayoutId id="2147483819" r:id="rId8"/>
    <p:sldLayoutId id="2147483820" r:id="rId9"/>
    <p:sldLayoutId id="2147483821" r:id="rId10"/>
    <p:sldLayoutId id="2147483822" r:id="rId11"/>
    <p:sldLayoutId id="2147483823" r:id="rId12"/>
    <p:sldLayoutId id="2147483824" r:id="rId13"/>
    <p:sldLayoutId id="2147483825" r:id="rId14"/>
    <p:sldLayoutId id="2147483826" r:id="rId15"/>
    <p:sldLayoutId id="2147483827" r:id="rId16"/>
    <p:sldLayoutId id="2147483828" r:id="rId17"/>
    <p:sldLayoutId id="2147483829" r:id="rId18"/>
    <p:sldLayoutId id="2147483830" r:id="rId19"/>
    <p:sldLayoutId id="2147483831" r:id="rId20"/>
    <p:sldLayoutId id="2147483832" r:id="rId21"/>
    <p:sldLayoutId id="2147483833" r:id="rId22"/>
    <p:sldLayoutId id="2147483834" r:id="rId23"/>
    <p:sldLayoutId id="2147483835" r:id="rId24"/>
    <p:sldLayoutId id="2147483836" r:id="rId25"/>
    <p:sldLayoutId id="2147483837" r:id="rId26"/>
    <p:sldLayoutId id="2147483838" r:id="rId27"/>
    <p:sldLayoutId id="2147483839" r:id="rId28"/>
    <p:sldLayoutId id="2147483840" r:id="rId29"/>
    <p:sldLayoutId id="2147483841" r:id="rId30"/>
    <p:sldLayoutId id="2147483842" r:id="rId31"/>
    <p:sldLayoutId id="2147483843" r:id="rId32"/>
    <p:sldLayoutId id="2147483844" r:id="rId33"/>
    <p:sldLayoutId id="2147483845" r:id="rId34"/>
    <p:sldLayoutId id="2147483846" r:id="rId35"/>
    <p:sldLayoutId id="2147483847" r:id="rId36"/>
    <p:sldLayoutId id="2147483848" r:id="rId37"/>
    <p:sldLayoutId id="2147483849" r:id="rId38"/>
    <p:sldLayoutId id="2147483850" r:id="rId39"/>
    <p:sldLayoutId id="2147483851" r:id="rId40"/>
    <p:sldLayoutId id="2147483852" r:id="rId41"/>
    <p:sldLayoutId id="2147483853" r:id="rId42"/>
    <p:sldLayoutId id="2147483854" r:id="rId43"/>
  </p:sldLayoutIdLst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sz="3900" b="1" kern="1200">
          <a:solidFill>
            <a:schemeClr val="tx1"/>
          </a:solidFill>
          <a:latin typeface="+mn-ea"/>
          <a:ea typeface="+mn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5pPr>
      <a:lvl6pPr marL="495271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6pPr>
      <a:lvl7pPr marL="990539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7pPr>
      <a:lvl8pPr marL="1485809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8pPr>
      <a:lvl9pPr marL="1981077" algn="l" rtl="0" fontAlgn="base" latinLnBrk="1">
        <a:spcBef>
          <a:spcPct val="0"/>
        </a:spcBef>
        <a:spcAft>
          <a:spcPct val="0"/>
        </a:spcAft>
        <a:defRPr sz="3900" b="1">
          <a:solidFill>
            <a:schemeClr val="tx1"/>
          </a:solidFill>
          <a:latin typeface="굴림체" pitchFamily="49" charset="-127"/>
          <a:ea typeface="굴림체" pitchFamily="49" charset="-127"/>
        </a:defRPr>
      </a:lvl9pPr>
    </p:titleStyle>
    <p:bodyStyle>
      <a:lvl1pPr marL="392090" indent="-392090" algn="l" rtl="0" eaLnBrk="0" fontAlgn="base" latinLnBrk="1" hangingPunct="0">
        <a:spcBef>
          <a:spcPts val="325"/>
        </a:spcBef>
        <a:spcAft>
          <a:spcPts val="325"/>
        </a:spcAft>
        <a:buFont typeface="맑은 고딕" pitchFamily="50" charset="-127"/>
        <a:buAutoNum type="arabicPeriod"/>
        <a:defRPr sz="3467" kern="1200">
          <a:solidFill>
            <a:schemeClr val="tx1"/>
          </a:solidFill>
          <a:latin typeface="+mn-ea"/>
          <a:ea typeface="+mn-ea"/>
          <a:cs typeface="+mn-cs"/>
        </a:defRPr>
      </a:lvl1pPr>
      <a:lvl2pPr marL="680996" indent="-288907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"/>
        <a:defRPr sz="1517" kern="1200">
          <a:solidFill>
            <a:schemeClr val="tx1"/>
          </a:solidFill>
          <a:latin typeface="+mn-ea"/>
          <a:ea typeface="+mn-ea"/>
          <a:cs typeface="+mn-cs"/>
        </a:defRPr>
      </a:lvl2pPr>
      <a:lvl3pPr marL="1238173" indent="-247635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"/>
        <a:defRPr sz="1300" kern="1200">
          <a:solidFill>
            <a:schemeClr val="tx1"/>
          </a:solidFill>
          <a:latin typeface="+mn-ea"/>
          <a:ea typeface="+mn-ea"/>
          <a:cs typeface="+mn-cs"/>
        </a:defRPr>
      </a:lvl3pPr>
      <a:lvl4pPr marL="1733442" indent="-247635" algn="l" rtl="0" eaLnBrk="0" fontAlgn="base" latinLnBrk="1" hangingPunct="0">
        <a:spcBef>
          <a:spcPts val="325"/>
        </a:spcBef>
        <a:spcAft>
          <a:spcPts val="325"/>
        </a:spcAft>
        <a:buFont typeface="Wingdings" pitchFamily="2" charset="2"/>
        <a:buChar char="Ø"/>
        <a:defRPr sz="1083" kern="1200">
          <a:solidFill>
            <a:schemeClr val="tx1"/>
          </a:solidFill>
          <a:latin typeface="+mn-ea"/>
          <a:ea typeface="+mn-ea"/>
          <a:cs typeface="+mn-cs"/>
        </a:defRPr>
      </a:lvl4pPr>
      <a:lvl5pPr marL="2228713" indent="-247635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»"/>
        <a:defRPr sz="2167" kern="1200">
          <a:solidFill>
            <a:schemeClr val="tx1"/>
          </a:solidFill>
          <a:latin typeface="굴림체" pitchFamily="49" charset="-127"/>
          <a:ea typeface="굴림체" pitchFamily="49" charset="-127"/>
          <a:cs typeface="+mn-cs"/>
        </a:defRPr>
      </a:lvl5pPr>
      <a:lvl6pPr marL="2723983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6pPr>
      <a:lvl7pPr marL="3219252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7pPr>
      <a:lvl8pPr marL="3714522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8pPr>
      <a:lvl9pPr marL="4209790" indent="-247635" algn="l" defTabSz="990539" rtl="0" eaLnBrk="1" latinLnBrk="1" hangingPunct="1">
        <a:spcBef>
          <a:spcPct val="20000"/>
        </a:spcBef>
        <a:buFont typeface="Arial" pitchFamily="34" charset="0"/>
        <a:buChar char="•"/>
        <a:defRPr sz="21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1pPr>
      <a:lvl2pPr marL="495271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90539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3pPr>
      <a:lvl4pPr marL="1485809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4pPr>
      <a:lvl5pPr marL="1981077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5pPr>
      <a:lvl6pPr marL="2476348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16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7pPr>
      <a:lvl8pPr marL="3466887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8pPr>
      <a:lvl9pPr marL="3962156" algn="l" defTabSz="990539" rtl="0" eaLnBrk="1" latinLnBrk="1" hangingPunct="1">
        <a:defRPr sz="19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12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18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4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5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64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3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23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30.svg"/><Relationship Id="rId7" Type="http://schemas.openxmlformats.org/officeDocument/2006/relationships/image" Target="../media/image28.sv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63.xml"/><Relationship Id="rId6" Type="http://schemas.openxmlformats.org/officeDocument/2006/relationships/image" Target="../media/image27.png"/><Relationship Id="rId5" Type="http://schemas.openxmlformats.org/officeDocument/2006/relationships/image" Target="../media/image32.svg"/><Relationship Id="rId10" Type="http://schemas.openxmlformats.org/officeDocument/2006/relationships/image" Target="../media/image23.png"/><Relationship Id="rId4" Type="http://schemas.openxmlformats.org/officeDocument/2006/relationships/image" Target="../media/image31.png"/><Relationship Id="rId9" Type="http://schemas.openxmlformats.org/officeDocument/2006/relationships/image" Target="../media/image34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32.svg"/><Relationship Id="rId7" Type="http://schemas.openxmlformats.org/officeDocument/2006/relationships/image" Target="../media/image30.sv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63.xml"/><Relationship Id="rId6" Type="http://schemas.openxmlformats.org/officeDocument/2006/relationships/image" Target="../media/image29.png"/><Relationship Id="rId5" Type="http://schemas.openxmlformats.org/officeDocument/2006/relationships/image" Target="../media/image28.svg"/><Relationship Id="rId10" Type="http://schemas.openxmlformats.org/officeDocument/2006/relationships/image" Target="../media/image23.png"/><Relationship Id="rId4" Type="http://schemas.openxmlformats.org/officeDocument/2006/relationships/image" Target="../media/image27.png"/><Relationship Id="rId9" Type="http://schemas.openxmlformats.org/officeDocument/2006/relationships/image" Target="../media/image34.sv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8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59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02ACA6F-06CD-A140-1398-29DAB43F1DE2}"/>
              </a:ext>
            </a:extLst>
          </p:cNvPr>
          <p:cNvSpPr txBox="1">
            <a:spLocks/>
          </p:cNvSpPr>
          <p:nvPr/>
        </p:nvSpPr>
        <p:spPr bwMode="auto">
          <a:xfrm>
            <a:off x="0" y="1724422"/>
            <a:ext cx="9906000" cy="10801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3900" b="1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5pPr>
            <a:lvl6pPr marL="495271" algn="l" rtl="0" fontAlgn="base" latinLnBrk="1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6pPr>
            <a:lvl7pPr marL="990539" algn="l" rtl="0" fontAlgn="base" latinLnBrk="1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7pPr>
            <a:lvl8pPr marL="1485809" algn="l" rtl="0" fontAlgn="base" latinLnBrk="1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8pPr>
            <a:lvl9pPr marL="1981077" algn="l" rtl="0" fontAlgn="base" latinLnBrk="1">
              <a:spcBef>
                <a:spcPct val="0"/>
              </a:spcBef>
              <a:spcAft>
                <a:spcPct val="0"/>
              </a:spcAft>
              <a:defRPr sz="3900" b="1">
                <a:solidFill>
                  <a:schemeClr val="tx1"/>
                </a:solidFill>
                <a:latin typeface="굴림체" pitchFamily="49" charset="-127"/>
                <a:ea typeface="굴림체" pitchFamily="49" charset="-127"/>
              </a:defRPr>
            </a:lvl9pPr>
          </a:lstStyle>
          <a:p>
            <a:pPr marL="271487" indent="-271487" algn="ctr"/>
            <a:r>
              <a:rPr lang="ko-KR" altLang="en-US" sz="400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KoPubWorld돋움체_Pro Bold" panose="00000800000000000000" pitchFamily="50" charset="-127"/>
              </a:rPr>
              <a:t>에브리북클럽</a:t>
            </a:r>
            <a:r>
              <a:rPr lang="ko-KR" altLang="en-US" sz="40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KoPubWorld돋움체_Pro Bold" panose="00000800000000000000" pitchFamily="50" charset="-127"/>
              </a:rPr>
              <a:t> 서비스 </a:t>
            </a:r>
            <a:r>
              <a:rPr lang="ko-KR" altLang="en-US" sz="40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KoPubWorld돋움체_Pro Bold" panose="00000800000000000000" pitchFamily="50" charset="-127"/>
              </a:rPr>
              <a:t>앱 구축</a:t>
            </a:r>
            <a:endParaRPr lang="en-US" altLang="ko-KR" sz="40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KoPubWorld돋움체_Pro Bold" panose="00000800000000000000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53C36A8-27B6-F189-0D09-F3CD7521B522}"/>
              </a:ext>
            </a:extLst>
          </p:cNvPr>
          <p:cNvSpPr txBox="1"/>
          <p:nvPr/>
        </p:nvSpPr>
        <p:spPr>
          <a:xfrm>
            <a:off x="475128" y="4149080"/>
            <a:ext cx="9014375" cy="1184152"/>
          </a:xfrm>
          <a:prstGeom prst="rect">
            <a:avLst/>
          </a:prstGeom>
          <a:noFill/>
        </p:spPr>
        <p:txBody>
          <a:bodyPr wrap="square" lIns="108000" tIns="72000" rIns="108000" bIns="72000" anchor="t" anchorCtr="0">
            <a:spAutoFit/>
          </a:bodyPr>
          <a:lstStyle/>
          <a:p>
            <a:pPr algn="r">
              <a:lnSpc>
                <a:spcPct val="150000"/>
              </a:lnSpc>
              <a:defRPr/>
            </a:pPr>
            <a:r>
              <a:rPr lang="en-US" altLang="ko-KR" sz="1500" dirty="0">
                <a:solidFill>
                  <a:srgbClr val="000000"/>
                </a:solidFill>
                <a:latin typeface="+mn-ea"/>
                <a:ea typeface="+mn-ea"/>
              </a:rPr>
              <a:t>Admin</a:t>
            </a:r>
          </a:p>
          <a:p>
            <a:pPr algn="r">
              <a:lnSpc>
                <a:spcPct val="150000"/>
              </a:lnSpc>
              <a:defRPr/>
            </a:pPr>
            <a:r>
              <a:rPr lang="en-US" altLang="ko-KR" sz="1500" dirty="0">
                <a:solidFill>
                  <a:srgbClr val="000000"/>
                </a:solidFill>
                <a:latin typeface="+mn-ea"/>
                <a:ea typeface="+mn-ea"/>
              </a:rPr>
              <a:t>Version 0.1</a:t>
            </a:r>
          </a:p>
          <a:p>
            <a:pPr algn="r">
              <a:lnSpc>
                <a:spcPct val="150000"/>
              </a:lnSpc>
              <a:defRPr/>
            </a:pPr>
            <a:r>
              <a:rPr lang="en-US" altLang="ko-KR" sz="1500">
                <a:solidFill>
                  <a:srgbClr val="000000"/>
                </a:solidFill>
                <a:latin typeface="+mn-ea"/>
                <a:ea typeface="+mn-ea"/>
              </a:rPr>
              <a:t>2023.09.26</a:t>
            </a:r>
            <a:endParaRPr lang="ko-KR" altLang="en-US" sz="1500" dirty="0">
              <a:solidFill>
                <a:srgbClr val="00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790534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914015"/>
              </p:ext>
            </p:extLst>
          </p:nvPr>
        </p:nvGraphicFramePr>
        <p:xfrm>
          <a:off x="272478" y="549275"/>
          <a:ext cx="9433495" cy="31918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01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125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805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900" b="1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버전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900" b="1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제</a:t>
                      </a:r>
                      <a:r>
                        <a:rPr lang="en-US" altLang="ko-KR" sz="900" b="1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1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개정일자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제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개정내용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작성자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검토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승인자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V0.1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2023.09.26</a:t>
                      </a: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최초 작성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강희준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3220802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76746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0386152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1139519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674798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5521812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5304638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0112180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552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200024" y="-23258"/>
            <a:ext cx="679774" cy="283906"/>
          </a:xfrm>
          <a:prstGeom prst="rect">
            <a:avLst/>
          </a:prstGeom>
          <a:noFill/>
        </p:spPr>
        <p:txBody>
          <a:bodyPr wrap="none" lIns="108000" tIns="72000" rIns="108000" bIns="72000" anchor="t" anchorCtr="0">
            <a:spAutoFit/>
          </a:bodyPr>
          <a:lstStyle/>
          <a:p>
            <a:pPr>
              <a:spcAft>
                <a:spcPts val="554"/>
              </a:spcAft>
              <a:defRPr/>
            </a:pPr>
            <a:r>
              <a:rPr lang="ko-KR" altLang="en-US" sz="9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개정내역</a:t>
            </a:r>
          </a:p>
        </p:txBody>
      </p:sp>
    </p:spTree>
    <p:extLst>
      <p:ext uri="{BB962C8B-B14F-4D97-AF65-F5344CB8AC3E}">
        <p14:creationId xmlns:p14="http://schemas.microsoft.com/office/powerpoint/2010/main" val="401456085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00024" y="-23258"/>
            <a:ext cx="995566" cy="283906"/>
          </a:xfrm>
          <a:prstGeom prst="rect">
            <a:avLst/>
          </a:prstGeom>
          <a:noFill/>
        </p:spPr>
        <p:txBody>
          <a:bodyPr wrap="none" lIns="108000" tIns="72000" rIns="108000" bIns="72000" anchor="t" anchorCtr="0">
            <a:spAutoFit/>
          </a:bodyPr>
          <a:lstStyle/>
          <a:p>
            <a:pPr>
              <a:spcAft>
                <a:spcPts val="554"/>
              </a:spcAft>
              <a:defRPr/>
            </a:pPr>
            <a:r>
              <a:rPr lang="ko-KR" altLang="en-US" sz="9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메뉴구조도</a:t>
            </a:r>
            <a:r>
              <a:rPr lang="en-US" altLang="ko-KR" sz="9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(IA)</a:t>
            </a:r>
            <a:endParaRPr lang="ko-KR" altLang="en-US" sz="900" b="1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098F63-EA05-C6C3-1CFA-7E2E9B849099}"/>
              </a:ext>
            </a:extLst>
          </p:cNvPr>
          <p:cNvSpPr/>
          <p:nvPr/>
        </p:nvSpPr>
        <p:spPr bwMode="auto">
          <a:xfrm>
            <a:off x="792480" y="661852"/>
            <a:ext cx="1254034" cy="283906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en-US" altLang="ko-KR" sz="800" b="1">
                <a:solidFill>
                  <a:schemeClr val="bg1"/>
                </a:solidFill>
                <a:latin typeface="+mn-ea"/>
                <a:ea typeface="+mn-ea"/>
              </a:rPr>
              <a:t>Admin index</a:t>
            </a:r>
            <a:endParaRPr lang="ko-KR" altLang="en-US" sz="8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300391-699C-9413-F098-3737FD4A5794}"/>
              </a:ext>
            </a:extLst>
          </p:cNvPr>
          <p:cNvSpPr/>
          <p:nvPr/>
        </p:nvSpPr>
        <p:spPr bwMode="auto">
          <a:xfrm>
            <a:off x="5228191" y="1355045"/>
            <a:ext cx="1254034" cy="283906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en-US" altLang="ko-KR" sz="800" b="1">
                <a:latin typeface="+mn-ea"/>
                <a:ea typeface="+mn-ea"/>
              </a:rPr>
              <a:t>CMS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9671FBE-E64D-6F51-F92A-B68B2DC13939}"/>
              </a:ext>
            </a:extLst>
          </p:cNvPr>
          <p:cNvSpPr/>
          <p:nvPr/>
        </p:nvSpPr>
        <p:spPr bwMode="auto">
          <a:xfrm>
            <a:off x="792480" y="1355045"/>
            <a:ext cx="1254034" cy="283906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관리자 계정관리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90665F0-6CB2-9524-03BB-DC52ABE9583F}"/>
              </a:ext>
            </a:extLst>
          </p:cNvPr>
          <p:cNvSpPr/>
          <p:nvPr/>
        </p:nvSpPr>
        <p:spPr bwMode="auto">
          <a:xfrm>
            <a:off x="2272502" y="1355045"/>
            <a:ext cx="1254034" cy="283906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메뉴 관리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2DC18F3-2016-AAE2-AAC8-C99DC6BB8D09}"/>
              </a:ext>
            </a:extLst>
          </p:cNvPr>
          <p:cNvSpPr/>
          <p:nvPr/>
        </p:nvSpPr>
        <p:spPr bwMode="auto">
          <a:xfrm>
            <a:off x="3752524" y="1355045"/>
            <a:ext cx="1254034" cy="283906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회원 관리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F186B78-AF85-E9CF-29C3-3CE21D781CDD}"/>
              </a:ext>
            </a:extLst>
          </p:cNvPr>
          <p:cNvSpPr/>
          <p:nvPr/>
        </p:nvSpPr>
        <p:spPr bwMode="auto">
          <a:xfrm>
            <a:off x="6712567" y="1355045"/>
            <a:ext cx="1254034" cy="283906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스티커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BAD71D0-F770-C070-F256-D4F4EDD3BC0B}"/>
              </a:ext>
            </a:extLst>
          </p:cNvPr>
          <p:cNvSpPr/>
          <p:nvPr/>
        </p:nvSpPr>
        <p:spPr bwMode="auto">
          <a:xfrm>
            <a:off x="5228191" y="2152309"/>
            <a:ext cx="1254034" cy="283906"/>
          </a:xfrm>
          <a:prstGeom prst="rect">
            <a:avLst/>
          </a:prstGeom>
          <a:noFill/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이북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4D9A8F7-B56F-36B4-3D52-F4E662FEC433}"/>
              </a:ext>
            </a:extLst>
          </p:cNvPr>
          <p:cNvSpPr/>
          <p:nvPr/>
        </p:nvSpPr>
        <p:spPr bwMode="auto">
          <a:xfrm>
            <a:off x="5219483" y="2575105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오디오북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E7C18BD-4FFC-135D-5422-FAF5CDE72E49}"/>
              </a:ext>
            </a:extLst>
          </p:cNvPr>
          <p:cNvSpPr/>
          <p:nvPr/>
        </p:nvSpPr>
        <p:spPr bwMode="auto">
          <a:xfrm>
            <a:off x="5228191" y="2997901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도서확인학습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2403FB6-8F72-A23E-FFCD-4AED0280BC87}"/>
              </a:ext>
            </a:extLst>
          </p:cNvPr>
          <p:cNvSpPr/>
          <p:nvPr/>
        </p:nvSpPr>
        <p:spPr bwMode="auto">
          <a:xfrm>
            <a:off x="5219483" y="3420697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소리내어 읽기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9C3AFF-504D-6A85-7FF1-A266FD07E081}"/>
              </a:ext>
            </a:extLst>
          </p:cNvPr>
          <p:cNvSpPr/>
          <p:nvPr/>
        </p:nvSpPr>
        <p:spPr bwMode="auto">
          <a:xfrm>
            <a:off x="5228191" y="3857037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문해력 게임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46F6448-6C7E-80A4-9F3D-DD7454857821}"/>
              </a:ext>
            </a:extLst>
          </p:cNvPr>
          <p:cNvSpPr/>
          <p:nvPr/>
        </p:nvSpPr>
        <p:spPr bwMode="auto">
          <a:xfrm>
            <a:off x="8192589" y="1355045"/>
            <a:ext cx="1254034" cy="283906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en-US" altLang="ko-KR" sz="800" b="1">
                <a:latin typeface="+mn-ea"/>
                <a:ea typeface="+mn-ea"/>
              </a:rPr>
              <a:t>LMS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0109CBD-560B-484A-1E71-0D58FFE78B7C}"/>
              </a:ext>
            </a:extLst>
          </p:cNvPr>
          <p:cNvSpPr/>
          <p:nvPr/>
        </p:nvSpPr>
        <p:spPr bwMode="auto">
          <a:xfrm>
            <a:off x="6712567" y="4279833"/>
            <a:ext cx="1254034" cy="283906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도서 정보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EB66A56-BCB8-5CF3-DB58-5DC01A6C88B4}"/>
              </a:ext>
            </a:extLst>
          </p:cNvPr>
          <p:cNvSpPr/>
          <p:nvPr/>
        </p:nvSpPr>
        <p:spPr bwMode="auto">
          <a:xfrm>
            <a:off x="6721275" y="4683094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분류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AC88750-7966-C6E3-B263-150227DD40A8}"/>
              </a:ext>
            </a:extLst>
          </p:cNvPr>
          <p:cNvSpPr/>
          <p:nvPr/>
        </p:nvSpPr>
        <p:spPr bwMode="auto">
          <a:xfrm>
            <a:off x="6721275" y="5105890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en-US" altLang="ko-KR" sz="800" b="1">
                <a:latin typeface="+mn-ea"/>
                <a:ea typeface="+mn-ea"/>
              </a:rPr>
              <a:t>IB </a:t>
            </a:r>
            <a:r>
              <a:rPr lang="ko-KR" altLang="en-US" sz="800" b="1">
                <a:latin typeface="+mn-ea"/>
                <a:ea typeface="+mn-ea"/>
              </a:rPr>
              <a:t>대주제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32F4995-92F3-B753-1FAB-81A4513A12DB}"/>
              </a:ext>
            </a:extLst>
          </p:cNvPr>
          <p:cNvSpPr/>
          <p:nvPr/>
        </p:nvSpPr>
        <p:spPr bwMode="auto">
          <a:xfrm>
            <a:off x="6721275" y="5528686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en-US" altLang="ko-KR" sz="800" b="1">
                <a:latin typeface="+mn-ea"/>
                <a:ea typeface="+mn-ea"/>
              </a:rPr>
              <a:t>IB </a:t>
            </a:r>
            <a:r>
              <a:rPr lang="ko-KR" altLang="en-US" sz="800" b="1">
                <a:latin typeface="+mn-ea"/>
                <a:ea typeface="+mn-ea"/>
              </a:rPr>
              <a:t>소주제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180EAC9-E39A-F347-582E-820E82D401AD}"/>
              </a:ext>
            </a:extLst>
          </p:cNvPr>
          <p:cNvSpPr/>
          <p:nvPr/>
        </p:nvSpPr>
        <p:spPr bwMode="auto">
          <a:xfrm>
            <a:off x="6721275" y="5951482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작가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D2251BF-535A-6C5F-A82C-9392697A24C1}"/>
              </a:ext>
            </a:extLst>
          </p:cNvPr>
          <p:cNvSpPr/>
          <p:nvPr/>
        </p:nvSpPr>
        <p:spPr bwMode="auto">
          <a:xfrm>
            <a:off x="6721275" y="6374278"/>
            <a:ext cx="1254034" cy="28390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장르 관리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9D5AD93-E124-DB1E-A557-F4C866C21499}"/>
              </a:ext>
            </a:extLst>
          </p:cNvPr>
          <p:cNvSpPr/>
          <p:nvPr/>
        </p:nvSpPr>
        <p:spPr bwMode="auto">
          <a:xfrm>
            <a:off x="5228191" y="1753677"/>
            <a:ext cx="1254034" cy="283906"/>
          </a:xfrm>
          <a:prstGeom prst="rect">
            <a:avLst/>
          </a:prstGeom>
          <a:noFill/>
          <a:ln w="12700">
            <a:solidFill>
              <a:schemeClr val="tx1"/>
            </a:solidFill>
            <a:round/>
            <a:headEnd/>
            <a:tailEnd type="none" w="med" len="med"/>
          </a:ln>
          <a:effectLst/>
        </p:spPr>
        <p:txBody>
          <a:bodyPr lIns="36000" tIns="36000" rIns="36000" bIns="36000" rtlCol="0" anchor="ctr"/>
          <a:lstStyle/>
          <a:p>
            <a:pPr algn="ctr"/>
            <a:r>
              <a:rPr lang="ko-KR" altLang="en-US" sz="800" b="1">
                <a:latin typeface="+mn-ea"/>
                <a:ea typeface="+mn-ea"/>
              </a:rPr>
              <a:t>도서</a:t>
            </a:r>
            <a:endParaRPr lang="ko-KR" altLang="en-US" sz="8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5073252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 dirty="0"/>
              <a:t>로그인</a:t>
            </a:r>
            <a:r>
              <a:rPr lang="en-US" altLang="ko-KR" b="1" dirty="0"/>
              <a:t>, </a:t>
            </a:r>
            <a:r>
              <a:rPr lang="ko-KR" altLang="en-US" b="1" dirty="0"/>
              <a:t>공통</a:t>
            </a:r>
            <a:r>
              <a:rPr lang="en-US" altLang="ko-KR" b="1" dirty="0"/>
              <a:t>(Header, LNB, Footer)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2384071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9784904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로그인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로그인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ADM01000000M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5257141"/>
              </p:ext>
            </p:extLst>
          </p:nvPr>
        </p:nvGraphicFramePr>
        <p:xfrm>
          <a:off x="7562672" y="283032"/>
          <a:ext cx="2307098" cy="3711219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內 버튼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링크 </a:t>
                      </a:r>
                      <a:r>
                        <a:rPr kumimoji="0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미액션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 초과 시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 로그아웃 처리되어 로그인 화면으로 복귀</a:t>
                      </a:r>
                      <a:endParaRPr kumimoji="0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진행중이던 화면에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(A2)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알럿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생성되고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[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확인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누르면 로그인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주요 로직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특정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OS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전용 등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…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특별히 기재해야 할 사항이 있는 경우 활용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없으면 생략 가능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자사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로고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클릭 기능 없음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아이디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비밀번호 입력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Max length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제한 없음</a:t>
                      </a:r>
                      <a:b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아이디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비밀번호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미입력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후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관리자 로그인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눌렀을 경우 표시되는 텍스트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아이디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비밀번호 입력 후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관리자 로그인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누르면 유효성 체크 후 정상 확인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Admin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메인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id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화면으로 이동 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43639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아이디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비밀번호로 등록된 관리자 계정이 없는 경우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관리자 로그인 정보를 확인해 주세요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內 버튼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링크 </a:t>
                      </a:r>
                      <a:r>
                        <a:rPr kumimoji="0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미액션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 초과된 상태에서 업무 버튼 클릭한 경우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로그인 세션이 종료되었습니다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로그인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727422"/>
                  </a:ext>
                </a:extLst>
              </a:tr>
            </a:tbl>
          </a:graphicData>
        </a:graphic>
      </p:graphicFrame>
      <p:sp>
        <p:nvSpPr>
          <p:cNvPr id="1133" name="TextBox 1132">
            <a:extLst>
              <a:ext uri="{FF2B5EF4-FFF2-40B4-BE49-F238E27FC236}">
                <a16:creationId xmlns:a16="http://schemas.microsoft.com/office/drawing/2014/main" id="{6637C33E-36C0-91ED-B7BE-6B218B4A0F7E}"/>
              </a:ext>
            </a:extLst>
          </p:cNvPr>
          <p:cNvSpPr txBox="1"/>
          <p:nvPr/>
        </p:nvSpPr>
        <p:spPr>
          <a:xfrm>
            <a:off x="1982435" y="1662612"/>
            <a:ext cx="883823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LOG-IN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34" name="직사각형 1133">
            <a:extLst>
              <a:ext uri="{FF2B5EF4-FFF2-40B4-BE49-F238E27FC236}">
                <a16:creationId xmlns:a16="http://schemas.microsoft.com/office/drawing/2014/main" id="{953176E4-CAC7-BB2A-BA3C-D807ED74EAFC}"/>
              </a:ext>
            </a:extLst>
          </p:cNvPr>
          <p:cNvSpPr/>
          <p:nvPr/>
        </p:nvSpPr>
        <p:spPr bwMode="auto">
          <a:xfrm>
            <a:off x="1982435" y="2090864"/>
            <a:ext cx="3600359" cy="244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1135" name="그룹 1134">
            <a:extLst>
              <a:ext uri="{FF2B5EF4-FFF2-40B4-BE49-F238E27FC236}">
                <a16:creationId xmlns:a16="http://schemas.microsoft.com/office/drawing/2014/main" id="{F7C808A1-8E0E-7EEF-2B90-26AC83B2E71E}"/>
              </a:ext>
            </a:extLst>
          </p:cNvPr>
          <p:cNvGrpSpPr/>
          <p:nvPr/>
        </p:nvGrpSpPr>
        <p:grpSpPr>
          <a:xfrm>
            <a:off x="2384757" y="2413434"/>
            <a:ext cx="2795715" cy="316548"/>
            <a:chOff x="1249366" y="1301948"/>
            <a:chExt cx="2304000" cy="261610"/>
          </a:xfrm>
        </p:grpSpPr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A2C47D94-1067-870B-A64B-6B7ADE31247C}"/>
                </a:ext>
              </a:extLst>
            </p:cNvPr>
            <p:cNvSpPr txBox="1"/>
            <p:nvPr/>
          </p:nvSpPr>
          <p:spPr>
            <a:xfrm>
              <a:off x="1254062" y="1301948"/>
              <a:ext cx="2288792" cy="261610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100" b="1" dirty="0">
                  <a:latin typeface="+mn-ea"/>
                  <a:ea typeface="+mn-ea"/>
                </a:rPr>
                <a:t> </a:t>
              </a:r>
              <a:endParaRPr lang="ko-KR" altLang="en-US" sz="1100" b="1" dirty="0">
                <a:latin typeface="+mn-ea"/>
                <a:ea typeface="+mn-ea"/>
              </a:endParaRP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329FB306-AD78-2C96-1158-B7DACDA9BE57}"/>
                </a:ext>
              </a:extLst>
            </p:cNvPr>
            <p:cNvSpPr txBox="1"/>
            <p:nvPr/>
          </p:nvSpPr>
          <p:spPr>
            <a:xfrm>
              <a:off x="1249366" y="1304923"/>
              <a:ext cx="2304000" cy="252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r>
                <a:rPr lang="ko-KR" altLang="en-US" sz="9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      아이디 입력</a:t>
              </a:r>
            </a:p>
          </p:txBody>
        </p:sp>
      </p:grpSp>
      <p:grpSp>
        <p:nvGrpSpPr>
          <p:cNvPr id="1139" name="그룹 1138">
            <a:extLst>
              <a:ext uri="{FF2B5EF4-FFF2-40B4-BE49-F238E27FC236}">
                <a16:creationId xmlns:a16="http://schemas.microsoft.com/office/drawing/2014/main" id="{2799303E-8FDF-02A5-D7C2-9DBA025DB918}"/>
              </a:ext>
            </a:extLst>
          </p:cNvPr>
          <p:cNvGrpSpPr/>
          <p:nvPr/>
        </p:nvGrpSpPr>
        <p:grpSpPr>
          <a:xfrm>
            <a:off x="2384757" y="3025411"/>
            <a:ext cx="2795715" cy="316548"/>
            <a:chOff x="1249366" y="1301948"/>
            <a:chExt cx="2304000" cy="261610"/>
          </a:xfrm>
        </p:grpSpPr>
        <p:sp>
          <p:nvSpPr>
            <p:cNvPr id="1140" name="TextBox 1139">
              <a:extLst>
                <a:ext uri="{FF2B5EF4-FFF2-40B4-BE49-F238E27FC236}">
                  <a16:creationId xmlns:a16="http://schemas.microsoft.com/office/drawing/2014/main" id="{1C2D0C77-6868-BBE1-5BE8-4EF4E7B3D3A0}"/>
                </a:ext>
              </a:extLst>
            </p:cNvPr>
            <p:cNvSpPr txBox="1"/>
            <p:nvPr/>
          </p:nvSpPr>
          <p:spPr>
            <a:xfrm>
              <a:off x="1254062" y="1301948"/>
              <a:ext cx="2288792" cy="261610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100" b="1" dirty="0">
                  <a:latin typeface="+mn-ea"/>
                  <a:ea typeface="+mn-ea"/>
                </a:rPr>
                <a:t> </a:t>
              </a:r>
              <a:endParaRPr lang="ko-KR" altLang="en-US" sz="1100" b="1" dirty="0">
                <a:latin typeface="+mn-ea"/>
                <a:ea typeface="+mn-ea"/>
              </a:endParaRPr>
            </a:p>
          </p:txBody>
        </p:sp>
        <p:sp>
          <p:nvSpPr>
            <p:cNvPr id="1142" name="TextBox 1141">
              <a:extLst>
                <a:ext uri="{FF2B5EF4-FFF2-40B4-BE49-F238E27FC236}">
                  <a16:creationId xmlns:a16="http://schemas.microsoft.com/office/drawing/2014/main" id="{6D566ECD-411B-8FD5-512A-B09F21EE1A1C}"/>
                </a:ext>
              </a:extLst>
            </p:cNvPr>
            <p:cNvSpPr txBox="1"/>
            <p:nvPr/>
          </p:nvSpPr>
          <p:spPr>
            <a:xfrm>
              <a:off x="1249366" y="1304923"/>
              <a:ext cx="2304000" cy="252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r>
                <a:rPr lang="ko-KR" altLang="en-US" sz="900" dirty="0">
                  <a:solidFill>
                    <a:schemeClr val="bg1">
                      <a:lumMod val="65000"/>
                    </a:schemeClr>
                  </a:solidFill>
                  <a:latin typeface="+mn-ea"/>
                  <a:ea typeface="+mn-ea"/>
                </a:rPr>
                <a:t>      비밀번호 입력</a:t>
              </a:r>
            </a:p>
          </p:txBody>
        </p:sp>
      </p:grpSp>
      <p:pic>
        <p:nvPicPr>
          <p:cNvPr id="1146" name="그림 1145">
            <a:extLst>
              <a:ext uri="{FF2B5EF4-FFF2-40B4-BE49-F238E27FC236}">
                <a16:creationId xmlns:a16="http://schemas.microsoft.com/office/drawing/2014/main" id="{DFA2C369-D811-2A50-D614-5D1FE0739B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47637" y="2478955"/>
            <a:ext cx="165333" cy="181079"/>
          </a:xfrm>
          <a:prstGeom prst="rect">
            <a:avLst/>
          </a:prstGeom>
        </p:spPr>
      </p:pic>
      <p:pic>
        <p:nvPicPr>
          <p:cNvPr id="1148" name="그림 1147">
            <a:extLst>
              <a:ext uri="{FF2B5EF4-FFF2-40B4-BE49-F238E27FC236}">
                <a16:creationId xmlns:a16="http://schemas.microsoft.com/office/drawing/2014/main" id="{23EE6784-2C58-53FB-98E9-34FF147073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39764" y="3086995"/>
            <a:ext cx="181079" cy="188952"/>
          </a:xfrm>
          <a:prstGeom prst="rect">
            <a:avLst/>
          </a:prstGeom>
        </p:spPr>
      </p:pic>
      <p:sp>
        <p:nvSpPr>
          <p:cNvPr id="1149" name="직사각형 1148">
            <a:extLst>
              <a:ext uri="{FF2B5EF4-FFF2-40B4-BE49-F238E27FC236}">
                <a16:creationId xmlns:a16="http://schemas.microsoft.com/office/drawing/2014/main" id="{2E22CA55-671E-39FC-7BF1-65387AD35CC2}"/>
              </a:ext>
            </a:extLst>
          </p:cNvPr>
          <p:cNvSpPr/>
          <p:nvPr/>
        </p:nvSpPr>
        <p:spPr>
          <a:xfrm>
            <a:off x="2492014" y="3763662"/>
            <a:ext cx="2581200" cy="36000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dirty="0">
                <a:solidFill>
                  <a:schemeClr val="bg1"/>
                </a:solidFill>
                <a:latin typeface="+mn-ea"/>
              </a:rPr>
              <a:t>관리자 로그인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2AE3E47-10E0-4FA5-D831-2302A9836910}"/>
              </a:ext>
            </a:extLst>
          </p:cNvPr>
          <p:cNvGrpSpPr/>
          <p:nvPr/>
        </p:nvGrpSpPr>
        <p:grpSpPr>
          <a:xfrm flipH="1">
            <a:off x="3530624" y="1731280"/>
            <a:ext cx="251992" cy="230832"/>
            <a:chOff x="4414343" y="1531376"/>
            <a:chExt cx="251992" cy="230832"/>
          </a:xfrm>
        </p:grpSpPr>
        <p:sp>
          <p:nvSpPr>
            <p:cNvPr id="4" name="눈물 방울 3">
              <a:extLst>
                <a:ext uri="{FF2B5EF4-FFF2-40B4-BE49-F238E27FC236}">
                  <a16:creationId xmlns:a16="http://schemas.microsoft.com/office/drawing/2014/main" id="{D721F699-6402-2814-4E5A-B1EE0C65BBA8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41524796-F197-4B9F-03AB-6AE5B2828FD5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67B9C605-0E66-50BC-B65F-74B7621B8877}"/>
              </a:ext>
            </a:extLst>
          </p:cNvPr>
          <p:cNvGrpSpPr/>
          <p:nvPr/>
        </p:nvGrpSpPr>
        <p:grpSpPr>
          <a:xfrm flipH="1">
            <a:off x="2203170" y="3848875"/>
            <a:ext cx="251992" cy="230832"/>
            <a:chOff x="4414343" y="1531376"/>
            <a:chExt cx="251992" cy="23083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CE9782FD-EBE8-AE47-1BEB-99EFAA4D838C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31902EAB-0D4B-9D79-4636-01068881F33A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74F87AC-0950-3710-645C-AF551D8B93E2}"/>
              </a:ext>
            </a:extLst>
          </p:cNvPr>
          <p:cNvGrpSpPr/>
          <p:nvPr/>
        </p:nvGrpSpPr>
        <p:grpSpPr>
          <a:xfrm flipH="1">
            <a:off x="1967824" y="2762034"/>
            <a:ext cx="251992" cy="230832"/>
            <a:chOff x="4414343" y="1531376"/>
            <a:chExt cx="251992" cy="23083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E593682A-9933-EB11-F3E8-0CE22A1EB8B4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F3DBDEA4-C2B2-83F1-E30A-C880B6962C11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5858C880-94E7-0170-CDA0-A075E20F39D8}"/>
              </a:ext>
            </a:extLst>
          </p:cNvPr>
          <p:cNvSpPr txBox="1"/>
          <p:nvPr/>
        </p:nvSpPr>
        <p:spPr>
          <a:xfrm>
            <a:off x="2313818" y="2700950"/>
            <a:ext cx="2349975" cy="253128"/>
          </a:xfrm>
          <a:prstGeom prst="rect">
            <a:avLst/>
          </a:prstGeom>
          <a:noFill/>
        </p:spPr>
        <p:txBody>
          <a:bodyPr wrap="square" lIns="108000" tIns="72000" rIns="108000" bIns="72000" rtlCol="0" anchor="ctr" anchorCtr="0">
            <a:spAutoFit/>
          </a:bodyPr>
          <a:lstStyle/>
          <a:p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! 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아이디를 입력해 주세요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C52ACC9-EE49-6884-63D1-384A088D2539}"/>
              </a:ext>
            </a:extLst>
          </p:cNvPr>
          <p:cNvSpPr txBox="1"/>
          <p:nvPr/>
        </p:nvSpPr>
        <p:spPr>
          <a:xfrm>
            <a:off x="2313818" y="3311289"/>
            <a:ext cx="2349975" cy="253128"/>
          </a:xfrm>
          <a:prstGeom prst="rect">
            <a:avLst/>
          </a:prstGeom>
          <a:noFill/>
        </p:spPr>
        <p:txBody>
          <a:bodyPr wrap="square" lIns="108000" tIns="72000" rIns="108000" bIns="72000" rtlCol="0" anchor="ctr" anchorCtr="0">
            <a:spAutoFit/>
          </a:bodyPr>
          <a:lstStyle/>
          <a:p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! 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비밀번호를 입력해 주세요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0E2DC687-675A-39D9-A1D7-9C04C3C3307E}"/>
              </a:ext>
            </a:extLst>
          </p:cNvPr>
          <p:cNvGrpSpPr/>
          <p:nvPr/>
        </p:nvGrpSpPr>
        <p:grpSpPr>
          <a:xfrm>
            <a:off x="3462992" y="2693116"/>
            <a:ext cx="314510" cy="230832"/>
            <a:chOff x="4383084" y="1531376"/>
            <a:chExt cx="314510" cy="23083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ECE0260F-B759-8587-1E3A-06E90AF2EFC4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8A165FF-F7D5-6D47-0446-61EB6F389DE6}"/>
                </a:ext>
              </a:extLst>
            </p:cNvPr>
            <p:cNvSpPr/>
            <p:nvPr/>
          </p:nvSpPr>
          <p:spPr>
            <a:xfrm>
              <a:off x="4383084" y="1531376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왼쪽 대괄호 20">
            <a:extLst>
              <a:ext uri="{FF2B5EF4-FFF2-40B4-BE49-F238E27FC236}">
                <a16:creationId xmlns:a16="http://schemas.microsoft.com/office/drawing/2014/main" id="{CBD36423-F730-9C5B-EA90-92AA3B5F3A62}"/>
              </a:ext>
            </a:extLst>
          </p:cNvPr>
          <p:cNvSpPr/>
          <p:nvPr/>
        </p:nvSpPr>
        <p:spPr bwMode="auto">
          <a:xfrm>
            <a:off x="2266968" y="2569494"/>
            <a:ext cx="78895" cy="615913"/>
          </a:xfrm>
          <a:prstGeom prst="leftBracket">
            <a:avLst/>
          </a:prstGeom>
          <a:noFill/>
          <a:ln w="12700">
            <a:solidFill>
              <a:srgbClr val="FFC000"/>
            </a:solidFill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23FAC2E-BD1A-BD9C-886D-50D11898E0C3}"/>
              </a:ext>
            </a:extLst>
          </p:cNvPr>
          <p:cNvGrpSpPr/>
          <p:nvPr/>
        </p:nvGrpSpPr>
        <p:grpSpPr>
          <a:xfrm>
            <a:off x="1903479" y="3848875"/>
            <a:ext cx="333746" cy="230832"/>
            <a:chOff x="6317633" y="6116697"/>
            <a:chExt cx="333746" cy="230832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2DA843C2-7827-4A4C-0181-6BF14FB1D5FB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6C4ECC81-D358-3438-4DE3-CB9D0D9168A7}"/>
                </a:ext>
              </a:extLst>
            </p:cNvPr>
            <p:cNvSpPr/>
            <p:nvPr/>
          </p:nvSpPr>
          <p:spPr>
            <a:xfrm flipH="1">
              <a:off x="6317633" y="6116697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55195DE1-3D44-173A-0A22-3AF1C681893E}"/>
              </a:ext>
            </a:extLst>
          </p:cNvPr>
          <p:cNvGrpSpPr/>
          <p:nvPr/>
        </p:nvGrpSpPr>
        <p:grpSpPr>
          <a:xfrm>
            <a:off x="7225495" y="743721"/>
            <a:ext cx="333746" cy="230832"/>
            <a:chOff x="6317633" y="6116697"/>
            <a:chExt cx="333746" cy="230832"/>
          </a:xfrm>
        </p:grpSpPr>
        <p:sp>
          <p:nvSpPr>
            <p:cNvPr id="27" name="눈물 방울 26">
              <a:extLst>
                <a:ext uri="{FF2B5EF4-FFF2-40B4-BE49-F238E27FC236}">
                  <a16:creationId xmlns:a16="http://schemas.microsoft.com/office/drawing/2014/main" id="{10741837-10BC-4742-EC4B-4DC5667EE73E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B8199002-9EB7-93AA-4874-34C43EDB05F0}"/>
                </a:ext>
              </a:extLst>
            </p:cNvPr>
            <p:cNvSpPr/>
            <p:nvPr/>
          </p:nvSpPr>
          <p:spPr>
            <a:xfrm flipH="1">
              <a:off x="6317633" y="6116697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9" name="shape2049">
            <a:extLst>
              <a:ext uri="{FF2B5EF4-FFF2-40B4-BE49-F238E27FC236}">
                <a16:creationId xmlns:a16="http://schemas.microsoft.com/office/drawing/2014/main" id="{7FE83D23-0016-9985-CD1D-548A3AEFB581}"/>
              </a:ext>
            </a:extLst>
          </p:cNvPr>
          <p:cNvPicPr>
            <a:picLocks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079749" y="1770483"/>
            <a:ext cx="1503045" cy="1746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497824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직사각형 71">
            <a:extLst>
              <a:ext uri="{FF2B5EF4-FFF2-40B4-BE49-F238E27FC236}">
                <a16:creationId xmlns:a16="http://schemas.microsoft.com/office/drawing/2014/main" id="{565C976C-296A-8204-0333-1022A0ABC7C8}"/>
              </a:ext>
            </a:extLst>
          </p:cNvPr>
          <p:cNvSpPr/>
          <p:nvPr/>
        </p:nvSpPr>
        <p:spPr bwMode="auto">
          <a:xfrm>
            <a:off x="45194" y="593164"/>
            <a:ext cx="1332000" cy="611243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>
              <a:latin typeface="+mn-ea"/>
              <a:ea typeface="+mn-ea"/>
            </a:endParaRPr>
          </a:p>
        </p:txBody>
      </p:sp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067321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Header, LNB, Footer Layout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4671407"/>
              </p:ext>
            </p:extLst>
          </p:nvPr>
        </p:nvGraphicFramePr>
        <p:xfrm>
          <a:off x="7562672" y="283032"/>
          <a:ext cx="2307098" cy="42685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로그인 후 </a:t>
                      </a:r>
                      <a:r>
                        <a:rPr kumimoji="0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첫 진입 시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디폴트 화면 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(TBD)</a:t>
                      </a:r>
                      <a:endParaRPr kumimoji="0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주요 로직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특정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OS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전용 등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…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특별히 기재해야 할 사항이 있는 경우 활용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없으면 생략 가능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메뉴 트리 영역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자사 메인 관리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1depth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펼침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선택된 메뉴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(1~2depth)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하이라이트처리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1depth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메뉴 다중 오픈 불가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92075" marR="0" lvl="0" indent="-92075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다른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1depth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메뉴를 선택하면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기존에 펼쳐 있던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1depth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메뉴 영역은 닫힘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선택된 메뉴 타이틀 표시</a:t>
                      </a:r>
                      <a:b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메뉴 네비게이션 영역으로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‘, ‘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화면 단계는 표시하지 않음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93042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자사 홈페이지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새 창 생성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http://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www.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(TBD)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93557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(C1)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컨펌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생성 및 로그인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(id)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227626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자사 홈페이지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새 창 생성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(TBD)</a:t>
                      </a:r>
                      <a:endParaRPr kumimoji="0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5948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자사 로고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클릭 기능 없음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992381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로그아웃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시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로그아웃 하시겠어요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로그인 세션 종료 후 로그인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98C96149-11E2-B117-7517-748752225FF9}"/>
              </a:ext>
            </a:extLst>
          </p:cNvPr>
          <p:cNvSpPr/>
          <p:nvPr/>
        </p:nvSpPr>
        <p:spPr bwMode="auto">
          <a:xfrm>
            <a:off x="45195" y="298933"/>
            <a:ext cx="7506000" cy="288000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>
              <a:latin typeface="+mn-ea"/>
              <a:ea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BF031D-7CDF-DC87-0749-0B86DC25B35E}"/>
              </a:ext>
            </a:extLst>
          </p:cNvPr>
          <p:cNvSpPr/>
          <p:nvPr/>
        </p:nvSpPr>
        <p:spPr>
          <a:xfrm>
            <a:off x="4625177" y="348356"/>
            <a:ext cx="892562" cy="172120"/>
          </a:xfrm>
          <a:prstGeom prst="rect">
            <a:avLst/>
          </a:prstGeom>
          <a:noFill/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800" u="sng" dirty="0">
                <a:solidFill>
                  <a:srgbClr val="262626"/>
                </a:solidFill>
                <a:latin typeface="+mn-ea"/>
              </a:rPr>
              <a:t>홈페이지 바로가기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A5B0354-E3F9-E85A-4F04-E71D00FE681D}"/>
              </a:ext>
            </a:extLst>
          </p:cNvPr>
          <p:cNvSpPr/>
          <p:nvPr/>
        </p:nvSpPr>
        <p:spPr>
          <a:xfrm>
            <a:off x="5574086" y="348356"/>
            <a:ext cx="892562" cy="172120"/>
          </a:xfrm>
          <a:prstGeom prst="rect">
            <a:avLst/>
          </a:prstGeom>
          <a:noFill/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en-US" altLang="ko-KR" sz="800" u="sng" dirty="0">
                <a:solidFill>
                  <a:srgbClr val="262626"/>
                </a:solidFill>
                <a:latin typeface="+mn-ea"/>
              </a:rPr>
              <a:t>KOSEF </a:t>
            </a:r>
            <a:r>
              <a:rPr lang="ko-KR" altLang="en-US" sz="800" u="sng" dirty="0">
                <a:solidFill>
                  <a:srgbClr val="262626"/>
                </a:solidFill>
                <a:latin typeface="+mn-ea"/>
              </a:rPr>
              <a:t>바로가기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80176B6-7A07-C452-D42B-00FC0DB715E7}"/>
              </a:ext>
            </a:extLst>
          </p:cNvPr>
          <p:cNvSpPr/>
          <p:nvPr/>
        </p:nvSpPr>
        <p:spPr>
          <a:xfrm>
            <a:off x="6549891" y="348356"/>
            <a:ext cx="892562" cy="172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    로그아웃</a:t>
            </a:r>
          </a:p>
        </p:txBody>
      </p:sp>
      <p:pic>
        <p:nvPicPr>
          <p:cNvPr id="1028" name="Picture 4" descr="종료 아이콘 그래픽 디자인 서식 파일 벡터, 로고, 기호, 그래픽 PNG, 일러스트 및 벡터 에 대한 무료 다운로드 - Pngtree">
            <a:extLst>
              <a:ext uri="{FF2B5EF4-FFF2-40B4-BE49-F238E27FC236}">
                <a16:creationId xmlns:a16="http://schemas.microsoft.com/office/drawing/2014/main" id="{7E1EAF7B-8AC7-91E6-9C93-C6CD5D6D3A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39" t="26838" r="25170" b="26103"/>
          <a:stretch/>
        </p:blipFill>
        <p:spPr bwMode="auto">
          <a:xfrm>
            <a:off x="6693948" y="372658"/>
            <a:ext cx="132528" cy="1235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8" name="그룹 1117">
            <a:extLst>
              <a:ext uri="{FF2B5EF4-FFF2-40B4-BE49-F238E27FC236}">
                <a16:creationId xmlns:a16="http://schemas.microsoft.com/office/drawing/2014/main" id="{3E179547-637D-4B97-B06C-540090080948}"/>
              </a:ext>
            </a:extLst>
          </p:cNvPr>
          <p:cNvGrpSpPr/>
          <p:nvPr/>
        </p:nvGrpSpPr>
        <p:grpSpPr>
          <a:xfrm>
            <a:off x="118611" y="2891373"/>
            <a:ext cx="1188186" cy="264419"/>
            <a:chOff x="118611" y="2138349"/>
            <a:chExt cx="1188186" cy="264419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1C5899E-0254-90DA-3324-331BD72BB38A}"/>
                </a:ext>
              </a:extLst>
            </p:cNvPr>
            <p:cNvSpPr txBox="1"/>
            <p:nvPr/>
          </p:nvSpPr>
          <p:spPr>
            <a:xfrm>
              <a:off x="275671" y="2140211"/>
              <a:ext cx="62253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ko-KR" altLang="en-US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관리자</a:t>
              </a:r>
              <a:r>
                <a:rPr lang="en-US" altLang="ko-KR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</a:t>
              </a:r>
              <a:r>
                <a:rPr lang="ko-KR" altLang="en-US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관리</a:t>
              </a:r>
              <a:endParaRPr lang="ko-KR" altLang="en-US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2A8E3AC5-6EB7-ADE6-4948-07A5198F5F4A}"/>
                </a:ext>
              </a:extLst>
            </p:cNvPr>
            <p:cNvGrpSpPr/>
            <p:nvPr/>
          </p:nvGrpSpPr>
          <p:grpSpPr>
            <a:xfrm>
              <a:off x="118611" y="2138349"/>
              <a:ext cx="184731" cy="264419"/>
              <a:chOff x="1398375" y="5845256"/>
              <a:chExt cx="405488" cy="580405"/>
            </a:xfrm>
          </p:grpSpPr>
          <p:grpSp>
            <p:nvGrpSpPr>
              <p:cNvPr id="90" name="그룹 89">
                <a:extLst>
                  <a:ext uri="{FF2B5EF4-FFF2-40B4-BE49-F238E27FC236}">
                    <a16:creationId xmlns:a16="http://schemas.microsoft.com/office/drawing/2014/main" id="{CAEA2B3F-4344-CA89-E777-40EC928EE2BC}"/>
                  </a:ext>
                </a:extLst>
              </p:cNvPr>
              <p:cNvGrpSpPr/>
              <p:nvPr/>
            </p:nvGrpSpPr>
            <p:grpSpPr>
              <a:xfrm>
                <a:off x="1398375" y="5905404"/>
                <a:ext cx="405488" cy="520257"/>
                <a:chOff x="4401965" y="2280207"/>
                <a:chExt cx="322194" cy="413388"/>
              </a:xfrm>
            </p:grpSpPr>
            <p:sp>
              <p:nvSpPr>
                <p:cNvPr id="92" name="타원 91">
                  <a:extLst>
                    <a:ext uri="{FF2B5EF4-FFF2-40B4-BE49-F238E27FC236}">
                      <a16:creationId xmlns:a16="http://schemas.microsoft.com/office/drawing/2014/main" id="{0F3C1965-C232-0D62-788D-A7D39F8052CE}"/>
                    </a:ext>
                  </a:extLst>
                </p:cNvPr>
                <p:cNvSpPr/>
                <p:nvPr/>
              </p:nvSpPr>
              <p:spPr>
                <a:xfrm rot="18900000">
                  <a:off x="4436856" y="2280207"/>
                  <a:ext cx="252413" cy="252413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spcAft>
                      <a:spcPts val="200"/>
                    </a:spcAft>
                  </a:pPr>
                  <a:endParaRPr lang="ko-KR" alt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endParaRPr>
                </a:p>
              </p:txBody>
            </p:sp>
            <p:cxnSp>
              <p:nvCxnSpPr>
                <p:cNvPr id="93" name="직선 연결선 92">
                  <a:extLst>
                    <a:ext uri="{FF2B5EF4-FFF2-40B4-BE49-F238E27FC236}">
                      <a16:creationId xmlns:a16="http://schemas.microsoft.com/office/drawing/2014/main" id="{82FCD6D9-D020-B85D-C921-AE7CC4E3D3AB}"/>
                    </a:ext>
                  </a:extLst>
                </p:cNvPr>
                <p:cNvCxnSpPr>
                  <a:stCxn id="92" idx="0"/>
                  <a:endCxn id="92" idx="4"/>
                </p:cNvCxnSpPr>
                <p:nvPr/>
              </p:nvCxnSpPr>
              <p:spPr>
                <a:xfrm rot="18900000">
                  <a:off x="4563063" y="2280207"/>
                  <a:ext cx="0" cy="252413"/>
                </a:xfrm>
                <a:prstGeom prst="line">
                  <a:avLst/>
                </a:prstGeom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직선 연결선 93">
                  <a:extLst>
                    <a:ext uri="{FF2B5EF4-FFF2-40B4-BE49-F238E27FC236}">
                      <a16:creationId xmlns:a16="http://schemas.microsoft.com/office/drawing/2014/main" id="{CF4E18B2-6B2A-E35B-C8CB-BA39716FF26B}"/>
                    </a:ext>
                  </a:extLst>
                </p:cNvPr>
                <p:cNvCxnSpPr>
                  <a:stCxn id="92" idx="2"/>
                  <a:endCxn id="92" idx="6"/>
                </p:cNvCxnSpPr>
                <p:nvPr/>
              </p:nvCxnSpPr>
              <p:spPr>
                <a:xfrm rot="18900000">
                  <a:off x="4436856" y="2406414"/>
                  <a:ext cx="252413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5" name="직사각형 94">
                  <a:extLst>
                    <a:ext uri="{FF2B5EF4-FFF2-40B4-BE49-F238E27FC236}">
                      <a16:creationId xmlns:a16="http://schemas.microsoft.com/office/drawing/2014/main" id="{4A442FFD-C1D0-88D8-8C0C-40EEE1B79371}"/>
                    </a:ext>
                  </a:extLst>
                </p:cNvPr>
                <p:cNvSpPr/>
                <p:nvPr/>
              </p:nvSpPr>
              <p:spPr>
                <a:xfrm>
                  <a:off x="4401965" y="2290996"/>
                  <a:ext cx="322194" cy="4025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algn="ctr" defTabSz="990539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kumimoji="0" lang="ko-KR" altLang="en-US" sz="9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4EF60E06-1314-D592-55B0-16F4A70A347B}"/>
                  </a:ext>
                </a:extLst>
              </p:cNvPr>
              <p:cNvSpPr txBox="1"/>
              <p:nvPr/>
            </p:nvSpPr>
            <p:spPr>
              <a:xfrm>
                <a:off x="1521252" y="5845256"/>
                <a:ext cx="159727" cy="429816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spAutoFit/>
              </a:bodyPr>
              <a:lstStyle/>
              <a:p>
                <a:pPr algn="ctr"/>
                <a:endPara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04" name="덧셈 기호 116">
              <a:extLst>
                <a:ext uri="{FF2B5EF4-FFF2-40B4-BE49-F238E27FC236}">
                  <a16:creationId xmlns:a16="http://schemas.microsoft.com/office/drawing/2014/main" id="{562E9472-5DE3-7214-85ED-651A30A43104}"/>
                </a:ext>
              </a:extLst>
            </p:cNvPr>
            <p:cNvSpPr/>
            <p:nvPr/>
          </p:nvSpPr>
          <p:spPr bwMode="auto">
            <a:xfrm>
              <a:off x="1171561" y="2165321"/>
              <a:ext cx="135236" cy="135236"/>
            </a:xfrm>
            <a:prstGeom prst="mathPlus">
              <a:avLst>
                <a:gd name="adj1" fmla="val 13899"/>
              </a:avLst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round/>
              <a:headEnd/>
              <a:tailEnd type="none" w="med" len="med"/>
            </a:ln>
            <a:effectLst/>
          </p:spPr>
          <p:txBody>
            <a:bodyPr rtlCol="0" anchor="ctr"/>
            <a:lstStyle/>
            <a:p>
              <a:pPr algn="ctr"/>
              <a:endParaRPr lang="ko-KR" altLang="en-US" u="sng"/>
            </a:p>
          </p:txBody>
        </p:sp>
      </p:grpSp>
      <p:sp>
        <p:nvSpPr>
          <p:cNvPr id="1116" name="TextBox 1115">
            <a:extLst>
              <a:ext uri="{FF2B5EF4-FFF2-40B4-BE49-F238E27FC236}">
                <a16:creationId xmlns:a16="http://schemas.microsoft.com/office/drawing/2014/main" id="{9A336D65-C093-EEA9-E55E-4C91BC92FBC2}"/>
              </a:ext>
            </a:extLst>
          </p:cNvPr>
          <p:cNvSpPr txBox="1"/>
          <p:nvPr/>
        </p:nvSpPr>
        <p:spPr>
          <a:xfrm>
            <a:off x="266138" y="978034"/>
            <a:ext cx="1193244" cy="126463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85725" indent="-85725">
              <a:lnSpc>
                <a:spcPct val="200000"/>
              </a:lnSpc>
              <a:buFont typeface="Arial" panose="020B0604020202020204" pitchFamily="34" charset="0"/>
              <a:buChar char="•"/>
              <a:tabLst>
                <a:tab pos="361950" algn="l"/>
              </a:tabLst>
            </a:pPr>
            <a:r>
              <a:rPr lang="ko-KR" altLang="en-US" sz="800" b="1" u="sng">
                <a:solidFill>
                  <a:srgbClr val="002060"/>
                </a:solidFill>
                <a:latin typeface="+mn-ea"/>
                <a:ea typeface="+mn-ea"/>
              </a:rPr>
              <a:t>이북관리</a:t>
            </a:r>
            <a:endParaRPr lang="en-US" altLang="ko-KR" sz="800" b="1" u="sng">
              <a:solidFill>
                <a:srgbClr val="002060"/>
              </a:solidFill>
              <a:latin typeface="+mn-ea"/>
              <a:ea typeface="+mn-ea"/>
            </a:endParaRPr>
          </a:p>
          <a:p>
            <a:pPr marL="85725" indent="-85725">
              <a:lnSpc>
                <a:spcPct val="200000"/>
              </a:lnSpc>
              <a:buFont typeface="Arial" panose="020B0604020202020204" pitchFamily="34" charset="0"/>
              <a:buChar char="•"/>
              <a:tabLst>
                <a:tab pos="361950" algn="l"/>
              </a:tabLst>
            </a:pP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오디오북 관리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85725" indent="-85725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독서확인학습 관리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85725" indent="-85725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소리내어 읽기 관리</a:t>
            </a:r>
            <a:endParaRPr lang="en-US" altLang="ko-KR" sz="80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  <a:p>
            <a:pPr marL="85725" indent="-85725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문해력 게임 관리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17" name="직사각형 1116">
            <a:extLst>
              <a:ext uri="{FF2B5EF4-FFF2-40B4-BE49-F238E27FC236}">
                <a16:creationId xmlns:a16="http://schemas.microsoft.com/office/drawing/2014/main" id="{6FAEDC10-FFE0-7987-413E-98D00E7B32D9}"/>
              </a:ext>
            </a:extLst>
          </p:cNvPr>
          <p:cNvSpPr/>
          <p:nvPr/>
        </p:nvSpPr>
        <p:spPr bwMode="auto">
          <a:xfrm>
            <a:off x="45194" y="706685"/>
            <a:ext cx="1332000" cy="26213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96555A2-4153-4154-EF2E-B5AF7BF79625}"/>
              </a:ext>
            </a:extLst>
          </p:cNvPr>
          <p:cNvGrpSpPr/>
          <p:nvPr/>
        </p:nvGrpSpPr>
        <p:grpSpPr>
          <a:xfrm>
            <a:off x="118611" y="737321"/>
            <a:ext cx="1039280" cy="264419"/>
            <a:chOff x="109646" y="871796"/>
            <a:chExt cx="1039280" cy="264419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CCA88F5-A51B-821E-A232-D206D83CF9BD}"/>
                </a:ext>
              </a:extLst>
            </p:cNvPr>
            <p:cNvSpPr txBox="1"/>
            <p:nvPr/>
          </p:nvSpPr>
          <p:spPr>
            <a:xfrm>
              <a:off x="266706" y="873658"/>
              <a:ext cx="882220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CMS(</a:t>
              </a:r>
              <a:r>
                <a:rPr lang="ko-KR" altLang="en-US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컨텐츠관리</a:t>
              </a:r>
              <a:r>
                <a:rPr lang="en-US" altLang="ko-KR" sz="8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)</a:t>
              </a:r>
              <a:endParaRPr lang="ko-KR" altLang="en-US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3DEB4F97-13EB-6139-F4D3-40B6CB06EFFE}"/>
                </a:ext>
              </a:extLst>
            </p:cNvPr>
            <p:cNvGrpSpPr/>
            <p:nvPr/>
          </p:nvGrpSpPr>
          <p:grpSpPr>
            <a:xfrm>
              <a:off x="109646" y="871796"/>
              <a:ext cx="184731" cy="264419"/>
              <a:chOff x="1398375" y="5845256"/>
              <a:chExt cx="405488" cy="580405"/>
            </a:xfrm>
          </p:grpSpPr>
          <p:grpSp>
            <p:nvGrpSpPr>
              <p:cNvPr id="76" name="그룹 75">
                <a:extLst>
                  <a:ext uri="{FF2B5EF4-FFF2-40B4-BE49-F238E27FC236}">
                    <a16:creationId xmlns:a16="http://schemas.microsoft.com/office/drawing/2014/main" id="{DCECD321-3D83-DB33-1196-87922C7593F5}"/>
                  </a:ext>
                </a:extLst>
              </p:cNvPr>
              <p:cNvGrpSpPr/>
              <p:nvPr/>
            </p:nvGrpSpPr>
            <p:grpSpPr>
              <a:xfrm>
                <a:off x="1398375" y="5905404"/>
                <a:ext cx="405488" cy="520257"/>
                <a:chOff x="4401965" y="2280207"/>
                <a:chExt cx="322194" cy="413388"/>
              </a:xfrm>
            </p:grpSpPr>
            <p:sp>
              <p:nvSpPr>
                <p:cNvPr id="78" name="타원 77">
                  <a:extLst>
                    <a:ext uri="{FF2B5EF4-FFF2-40B4-BE49-F238E27FC236}">
                      <a16:creationId xmlns:a16="http://schemas.microsoft.com/office/drawing/2014/main" id="{A35701D1-C96E-3DD4-A1E9-BDD331AF462C}"/>
                    </a:ext>
                  </a:extLst>
                </p:cNvPr>
                <p:cNvSpPr/>
                <p:nvPr/>
              </p:nvSpPr>
              <p:spPr>
                <a:xfrm rot="18900000">
                  <a:off x="4436856" y="2280207"/>
                  <a:ext cx="252413" cy="252413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spcAft>
                      <a:spcPts val="200"/>
                    </a:spcAft>
                  </a:pPr>
                  <a:endParaRPr lang="ko-KR" alt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endParaRPr>
                </a:p>
              </p:txBody>
            </p:sp>
            <p:cxnSp>
              <p:nvCxnSpPr>
                <p:cNvPr id="79" name="직선 연결선 78">
                  <a:extLst>
                    <a:ext uri="{FF2B5EF4-FFF2-40B4-BE49-F238E27FC236}">
                      <a16:creationId xmlns:a16="http://schemas.microsoft.com/office/drawing/2014/main" id="{3454DE36-FD22-C70E-74F3-46C7903DD77C}"/>
                    </a:ext>
                  </a:extLst>
                </p:cNvPr>
                <p:cNvCxnSpPr>
                  <a:stCxn id="78" idx="0"/>
                  <a:endCxn id="78" idx="4"/>
                </p:cNvCxnSpPr>
                <p:nvPr/>
              </p:nvCxnSpPr>
              <p:spPr>
                <a:xfrm rot="18900000">
                  <a:off x="4563063" y="2280207"/>
                  <a:ext cx="0" cy="252413"/>
                </a:xfrm>
                <a:prstGeom prst="line">
                  <a:avLst/>
                </a:prstGeom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직선 연결선 79">
                  <a:extLst>
                    <a:ext uri="{FF2B5EF4-FFF2-40B4-BE49-F238E27FC236}">
                      <a16:creationId xmlns:a16="http://schemas.microsoft.com/office/drawing/2014/main" id="{CD1E0874-6B7B-9E80-74C5-4980177AF6F0}"/>
                    </a:ext>
                  </a:extLst>
                </p:cNvPr>
                <p:cNvCxnSpPr>
                  <a:stCxn id="78" idx="2"/>
                  <a:endCxn id="78" idx="6"/>
                </p:cNvCxnSpPr>
                <p:nvPr/>
              </p:nvCxnSpPr>
              <p:spPr>
                <a:xfrm rot="18900000">
                  <a:off x="4436856" y="2406414"/>
                  <a:ext cx="252413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직사각형 80">
                  <a:extLst>
                    <a:ext uri="{FF2B5EF4-FFF2-40B4-BE49-F238E27FC236}">
                      <a16:creationId xmlns:a16="http://schemas.microsoft.com/office/drawing/2014/main" id="{9D3781C3-2232-8043-A9FC-9D6E8463C468}"/>
                    </a:ext>
                  </a:extLst>
                </p:cNvPr>
                <p:cNvSpPr/>
                <p:nvPr/>
              </p:nvSpPr>
              <p:spPr>
                <a:xfrm>
                  <a:off x="4401965" y="2290996"/>
                  <a:ext cx="322194" cy="4025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algn="ctr" defTabSz="990539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kumimoji="0" lang="ko-KR" altLang="en-US" sz="9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417858D9-AE69-CF48-099D-A98A8F387E1B}"/>
                  </a:ext>
                </a:extLst>
              </p:cNvPr>
              <p:cNvSpPr txBox="1"/>
              <p:nvPr/>
            </p:nvSpPr>
            <p:spPr>
              <a:xfrm>
                <a:off x="1521252" y="5845256"/>
                <a:ext cx="159727" cy="429816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spAutoFit/>
              </a:bodyPr>
              <a:lstStyle/>
              <a:p>
                <a:pPr algn="ctr"/>
                <a:endPara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8A82CAAC-9C5D-11BB-F299-F2ADA2C83972}"/>
              </a:ext>
            </a:extLst>
          </p:cNvPr>
          <p:cNvSpPr/>
          <p:nvPr/>
        </p:nvSpPr>
        <p:spPr bwMode="auto">
          <a:xfrm>
            <a:off x="1377194" y="6506218"/>
            <a:ext cx="6174001" cy="19670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r>
              <a:rPr lang="en-US" altLang="ko-KR" sz="700" b="1" i="0" dirty="0">
                <a:solidFill>
                  <a:srgbClr val="444444"/>
                </a:solidFill>
                <a:effectLst/>
                <a:latin typeface="+mn-ea"/>
                <a:ea typeface="+mn-ea"/>
              </a:rPr>
              <a:t>Copyright©</a:t>
            </a:r>
            <a:r>
              <a:rPr lang="en-US" altLang="ko-KR" sz="700" b="1" i="0">
                <a:solidFill>
                  <a:srgbClr val="444444"/>
                </a:solidFill>
                <a:effectLst/>
                <a:latin typeface="+mn-ea"/>
                <a:ea typeface="+mn-ea"/>
              </a:rPr>
              <a:t>2023 </a:t>
            </a:r>
            <a:r>
              <a:rPr lang="en-US" altLang="ko-KR" sz="700" b="1" i="0" u="none" strike="noStrike">
                <a:solidFill>
                  <a:srgbClr val="3C8DBC"/>
                </a:solidFill>
                <a:effectLst/>
                <a:latin typeface="+mn-ea"/>
                <a:ea typeface="+mn-ea"/>
              </a:rPr>
              <a:t>Everybooks</a:t>
            </a:r>
            <a:r>
              <a:rPr lang="en-US" altLang="ko-KR" sz="700" b="1" i="0">
                <a:solidFill>
                  <a:srgbClr val="444444"/>
                </a:solidFill>
                <a:effectLst/>
                <a:latin typeface="+mn-ea"/>
                <a:ea typeface="+mn-ea"/>
              </a:rPr>
              <a:t>.</a:t>
            </a:r>
            <a:r>
              <a:rPr lang="en-US" altLang="ko-KR" sz="700" i="0">
                <a:solidFill>
                  <a:srgbClr val="444444"/>
                </a:solidFill>
                <a:effectLst/>
                <a:latin typeface="+mn-ea"/>
                <a:ea typeface="+mn-ea"/>
              </a:rPr>
              <a:t> </a:t>
            </a:r>
            <a:r>
              <a:rPr lang="en-US" altLang="ko-KR" sz="700" i="0" dirty="0">
                <a:solidFill>
                  <a:srgbClr val="444444"/>
                </a:solidFill>
                <a:effectLst/>
                <a:latin typeface="+mn-ea"/>
                <a:ea typeface="+mn-ea"/>
              </a:rPr>
              <a:t>All rights reserved.</a:t>
            </a:r>
            <a:endParaRPr lang="ko-KR" altLang="en-US" sz="700" dirty="0">
              <a:latin typeface="+mn-ea"/>
              <a:ea typeface="+mn-ea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881882D-7CC8-9B4F-751C-5722CAC50AB7}"/>
              </a:ext>
            </a:extLst>
          </p:cNvPr>
          <p:cNvGrpSpPr/>
          <p:nvPr/>
        </p:nvGrpSpPr>
        <p:grpSpPr>
          <a:xfrm rot="5400000" flipH="1" flipV="1">
            <a:off x="22860" y="450663"/>
            <a:ext cx="230832" cy="251992"/>
            <a:chOff x="4424923" y="1520796"/>
            <a:chExt cx="230832" cy="251992"/>
          </a:xfrm>
        </p:grpSpPr>
        <p:sp>
          <p:nvSpPr>
            <p:cNvPr id="3" name="눈물 방울 2">
              <a:extLst>
                <a:ext uri="{FF2B5EF4-FFF2-40B4-BE49-F238E27FC236}">
                  <a16:creationId xmlns:a16="http://schemas.microsoft.com/office/drawing/2014/main" id="{537B714A-3A64-39DC-A706-34FDE5498015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C3AEA842-B3A8-C817-0969-F07AB5601A2B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E19467EF-1AB5-1E68-FE43-CCE342A151DD}"/>
              </a:ext>
            </a:extLst>
          </p:cNvPr>
          <p:cNvGrpSpPr/>
          <p:nvPr/>
        </p:nvGrpSpPr>
        <p:grpSpPr>
          <a:xfrm rot="5400000" flipH="1" flipV="1">
            <a:off x="5245774" y="106864"/>
            <a:ext cx="230832" cy="251992"/>
            <a:chOff x="4424923" y="1520796"/>
            <a:chExt cx="230832" cy="251992"/>
          </a:xfrm>
        </p:grpSpPr>
        <p:sp>
          <p:nvSpPr>
            <p:cNvPr id="25" name="눈물 방울 24">
              <a:extLst>
                <a:ext uri="{FF2B5EF4-FFF2-40B4-BE49-F238E27FC236}">
                  <a16:creationId xmlns:a16="http://schemas.microsoft.com/office/drawing/2014/main" id="{C8FAFAEC-3E64-BC1E-07A4-52D6101EE7D4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A4EB74CE-E317-040F-80A2-24EFC0FBDC84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942C947C-C365-933F-130A-4C80EF12402E}"/>
              </a:ext>
            </a:extLst>
          </p:cNvPr>
          <p:cNvGrpSpPr/>
          <p:nvPr/>
        </p:nvGrpSpPr>
        <p:grpSpPr>
          <a:xfrm rot="5400000" flipH="1" flipV="1">
            <a:off x="6144647" y="105884"/>
            <a:ext cx="230832" cy="251992"/>
            <a:chOff x="4424923" y="1520796"/>
            <a:chExt cx="230832" cy="251992"/>
          </a:xfrm>
        </p:grpSpPr>
        <p:sp>
          <p:nvSpPr>
            <p:cNvPr id="28" name="눈물 방울 27">
              <a:extLst>
                <a:ext uri="{FF2B5EF4-FFF2-40B4-BE49-F238E27FC236}">
                  <a16:creationId xmlns:a16="http://schemas.microsoft.com/office/drawing/2014/main" id="{2BDA53A3-EE46-D688-94A6-9FBB23F3E696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7C78CE89-F9B9-AF8C-F050-4E4614E9318F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E458FAA4-05C4-BAB2-DC6A-804B8065151A}"/>
              </a:ext>
            </a:extLst>
          </p:cNvPr>
          <p:cNvGrpSpPr/>
          <p:nvPr/>
        </p:nvGrpSpPr>
        <p:grpSpPr>
          <a:xfrm rot="5400000" flipH="1" flipV="1">
            <a:off x="7254527" y="105884"/>
            <a:ext cx="230832" cy="251992"/>
            <a:chOff x="4424923" y="1520796"/>
            <a:chExt cx="230832" cy="251992"/>
          </a:xfrm>
        </p:grpSpPr>
        <p:sp>
          <p:nvSpPr>
            <p:cNvPr id="31" name="눈물 방울 30">
              <a:extLst>
                <a:ext uri="{FF2B5EF4-FFF2-40B4-BE49-F238E27FC236}">
                  <a16:creationId xmlns:a16="http://schemas.microsoft.com/office/drawing/2014/main" id="{6A92B541-46F0-31A1-04D4-49B30645BC1A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6FD4B620-F528-D66E-96E9-8F9232C4838C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AFCDEF05-0455-D74F-7234-70D7C3298803}"/>
              </a:ext>
            </a:extLst>
          </p:cNvPr>
          <p:cNvGrpSpPr/>
          <p:nvPr/>
        </p:nvGrpSpPr>
        <p:grpSpPr>
          <a:xfrm rot="5400000">
            <a:off x="7046778" y="71303"/>
            <a:ext cx="230832" cy="325730"/>
            <a:chOff x="6369089" y="6069249"/>
            <a:chExt cx="230832" cy="325730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27DE60AB-5F7F-5818-FA47-60A5A4F2BF27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DD336E75-0A85-E78E-B774-DAC79FBB135A}"/>
                </a:ext>
              </a:extLst>
            </p:cNvPr>
            <p:cNvSpPr/>
            <p:nvPr/>
          </p:nvSpPr>
          <p:spPr>
            <a:xfrm rot="16200000" flipH="1">
              <a:off x="6321640" y="6116698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7967B199-DCE1-085B-7628-E9122C43E19E}"/>
              </a:ext>
            </a:extLst>
          </p:cNvPr>
          <p:cNvSpPr txBox="1"/>
          <p:nvPr/>
        </p:nvSpPr>
        <p:spPr>
          <a:xfrm>
            <a:off x="1470131" y="708025"/>
            <a:ext cx="462233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CMS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25967B2-E8F3-F06C-B93A-DE3F20077B28}"/>
              </a:ext>
            </a:extLst>
          </p:cNvPr>
          <p:cNvSpPr txBox="1"/>
          <p:nvPr/>
        </p:nvSpPr>
        <p:spPr>
          <a:xfrm>
            <a:off x="5305425" y="7541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r"/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CMS &gt;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이북 관리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49EA90A-9A63-95A5-0BE2-2B3B9FA61726}"/>
              </a:ext>
            </a:extLst>
          </p:cNvPr>
          <p:cNvSpPr/>
          <p:nvPr/>
        </p:nvSpPr>
        <p:spPr bwMode="auto">
          <a:xfrm>
            <a:off x="1516953" y="1061479"/>
            <a:ext cx="5883972" cy="513385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noFill/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r>
              <a:rPr lang="ko-KR" altLang="en-US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조회</a:t>
            </a:r>
            <a:r>
              <a:rPr lang="en-US" altLang="ko-KR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, </a:t>
            </a:r>
            <a:r>
              <a:rPr lang="ko-KR" altLang="en-US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목록</a:t>
            </a:r>
            <a:r>
              <a:rPr lang="en-US" altLang="ko-KR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, </a:t>
            </a:r>
            <a:r>
              <a:rPr lang="ko-KR" altLang="en-US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상세 </a:t>
            </a:r>
            <a:r>
              <a:rPr lang="en-US" altLang="ko-KR" sz="1600" dirty="0">
                <a:solidFill>
                  <a:schemeClr val="bg1">
                    <a:lumMod val="75000"/>
                  </a:schemeClr>
                </a:solidFill>
                <a:latin typeface="+mn-ea"/>
                <a:ea typeface="+mn-ea"/>
              </a:rPr>
              <a:t>Body Area</a:t>
            </a:r>
            <a:endParaRPr lang="ko-KR" altLang="en-US" sz="16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115B932-D5F6-4686-9023-62AD9FABF290}"/>
              </a:ext>
            </a:extLst>
          </p:cNvPr>
          <p:cNvGrpSpPr/>
          <p:nvPr/>
        </p:nvGrpSpPr>
        <p:grpSpPr>
          <a:xfrm>
            <a:off x="1333386" y="2896426"/>
            <a:ext cx="251992" cy="230832"/>
            <a:chOff x="4414343" y="1531376"/>
            <a:chExt cx="251992" cy="23083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29F3BECD-100D-7DDC-F620-809EAD3C55D7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4D36EE5E-4B30-B737-5090-7AAB928C9DBC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301F044-DDD6-2899-5A7E-D76D62576B57}"/>
              </a:ext>
            </a:extLst>
          </p:cNvPr>
          <p:cNvGrpSpPr/>
          <p:nvPr/>
        </p:nvGrpSpPr>
        <p:grpSpPr>
          <a:xfrm rot="5400000" flipH="1" flipV="1">
            <a:off x="2503674" y="6283162"/>
            <a:ext cx="230832" cy="251992"/>
            <a:chOff x="4424923" y="1520796"/>
            <a:chExt cx="230832" cy="251992"/>
          </a:xfrm>
        </p:grpSpPr>
        <p:sp>
          <p:nvSpPr>
            <p:cNvPr id="37" name="눈물 방울 36">
              <a:extLst>
                <a:ext uri="{FF2B5EF4-FFF2-40B4-BE49-F238E27FC236}">
                  <a16:creationId xmlns:a16="http://schemas.microsoft.com/office/drawing/2014/main" id="{45EB06CB-DEDE-9E0A-DEBB-AE0DFF2A78C3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A67C6001-22F5-766F-BEEC-32326F8331C5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C97E5894-E6D3-7207-4FD6-D61CB1C83808}"/>
              </a:ext>
            </a:extLst>
          </p:cNvPr>
          <p:cNvGrpSpPr/>
          <p:nvPr/>
        </p:nvGrpSpPr>
        <p:grpSpPr>
          <a:xfrm>
            <a:off x="2323497" y="721869"/>
            <a:ext cx="251992" cy="230832"/>
            <a:chOff x="4414343" y="1531376"/>
            <a:chExt cx="251992" cy="23083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EBFD4CE3-C4A8-C90D-5F84-E0A7E94A8646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7FE919D-81EA-6CBC-6DD2-7431CD52B1C4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51BBFE75-FAED-B61F-5339-C1B9A1392AFD}"/>
              </a:ext>
            </a:extLst>
          </p:cNvPr>
          <p:cNvGrpSpPr/>
          <p:nvPr/>
        </p:nvGrpSpPr>
        <p:grpSpPr>
          <a:xfrm flipH="1">
            <a:off x="5809838" y="721869"/>
            <a:ext cx="314510" cy="230832"/>
            <a:chOff x="4383084" y="1531376"/>
            <a:chExt cx="314510" cy="23083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FD8ADC41-D84D-DAFD-943D-10D8CC184722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098F9586-B661-A2ED-2F1B-D5F291351FAF}"/>
                </a:ext>
              </a:extLst>
            </p:cNvPr>
            <p:cNvSpPr/>
            <p:nvPr/>
          </p:nvSpPr>
          <p:spPr>
            <a:xfrm>
              <a:off x="4383084" y="1531376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16" name="shape2049">
            <a:extLst>
              <a:ext uri="{FF2B5EF4-FFF2-40B4-BE49-F238E27FC236}">
                <a16:creationId xmlns:a16="http://schemas.microsoft.com/office/drawing/2014/main" id="{31CB64F4-0E15-E231-99BD-10E09910520D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8643" y="343531"/>
            <a:ext cx="1503045" cy="174625"/>
          </a:xfrm>
          <a:prstGeom prst="rect">
            <a:avLst/>
          </a:prstGeom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EE1BF9A0-308C-3FB1-693E-9524F2542EAE}"/>
              </a:ext>
            </a:extLst>
          </p:cNvPr>
          <p:cNvGrpSpPr/>
          <p:nvPr/>
        </p:nvGrpSpPr>
        <p:grpSpPr>
          <a:xfrm>
            <a:off x="1219481" y="319000"/>
            <a:ext cx="251992" cy="230832"/>
            <a:chOff x="4414343" y="1531376"/>
            <a:chExt cx="251992" cy="230832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A6B3378F-320A-1CE1-4D07-5B4E26705151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28" name="직사각형 1127">
              <a:extLst>
                <a:ext uri="{FF2B5EF4-FFF2-40B4-BE49-F238E27FC236}">
                  <a16:creationId xmlns:a16="http://schemas.microsoft.com/office/drawing/2014/main" id="{891CA63B-FFBE-70DB-15EC-2FCC83472E38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29" name="덧셈 기호 116">
            <a:extLst>
              <a:ext uri="{FF2B5EF4-FFF2-40B4-BE49-F238E27FC236}">
                <a16:creationId xmlns:a16="http://schemas.microsoft.com/office/drawing/2014/main" id="{F1CC2A4A-14EE-E162-D916-98C36AC7D462}"/>
              </a:ext>
            </a:extLst>
          </p:cNvPr>
          <p:cNvSpPr/>
          <p:nvPr/>
        </p:nvSpPr>
        <p:spPr bwMode="auto">
          <a:xfrm>
            <a:off x="1160152" y="782220"/>
            <a:ext cx="135236" cy="83971"/>
          </a:xfrm>
          <a:prstGeom prst="mathMinus">
            <a:avLst/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rgbClr val="FFFFFF"/>
            </a:solidFill>
            <a:round/>
            <a:headEnd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 u="sng"/>
          </a:p>
        </p:txBody>
      </p:sp>
    </p:spTree>
    <p:extLst>
      <p:ext uri="{BB962C8B-B14F-4D97-AF65-F5344CB8AC3E}">
        <p14:creationId xmlns:p14="http://schemas.microsoft.com/office/powerpoint/2010/main" val="340033029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3925505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목록화면 정의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2587710"/>
              </p:ext>
            </p:extLst>
          </p:nvPr>
        </p:nvGraphicFramePr>
        <p:xfrm>
          <a:off x="7562672" y="283032"/>
          <a:ext cx="2307098" cy="6550161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Description7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서비스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라디오버튼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디폴트값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 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셀렉트박스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과정의 분류를 목록으로 제공하며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디폴트값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제공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셀렉트박스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속한 중간 분류과정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디폴트값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제공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93042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게시물 등록일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기간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모든 게시물을 최신순으로 조회함</a:t>
                      </a:r>
                      <a:b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최근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1,3,6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개월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1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년으로 선택 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기준으로 기간 산정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[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조회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를 누르면 해당 기간 내 결과 목록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리로딩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93557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상품명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이름 등 조회조건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Max length,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 유효성 제한 없음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58303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IB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대주제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셀렉트박스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'IB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대주제 관리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항목과 연동하여 목록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디폴트값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227626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IB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소주제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셀렉트박스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'IB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소주제 관리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항목과 연동하여 목록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디폴트값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5948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작가명 조회조건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Max length,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 유효성 제한 없음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92580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셀렉트박스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장르 관리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항목과 연동하여 목록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디폴특밧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항목으로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363282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게시물 등록일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모든 게시물을 최신순으로 조회함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1,3,6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개월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1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년으로 선택 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기준으로 기간 산정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를 누르면 해당 기간 내 결과 목록 리로딩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22892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조회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를 누르면 입력한 조건에 만족하는 결과 목록을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리로딩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각 조회조건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미입력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유효성 부적합 시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알럿없이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모두 ⑨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 data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일괄 처리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9683913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D26DC4F0-378D-D96D-3AF3-C310392CE3BA}"/>
              </a:ext>
            </a:extLst>
          </p:cNvPr>
          <p:cNvSpPr txBox="1"/>
          <p:nvPr/>
        </p:nvSpPr>
        <p:spPr>
          <a:xfrm>
            <a:off x="309940" y="593725"/>
            <a:ext cx="1279765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2depth </a:t>
            </a:r>
            <a:r>
              <a:rPr kumimoji="1" lang="ko-KR" alt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4149860-EE90-3C8C-3A87-76431C91622F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r"/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1depth 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2depth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8C70B28D-62FF-5BE0-B1E2-43563026CC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7621060"/>
              </p:ext>
            </p:extLst>
          </p:nvPr>
        </p:nvGraphicFramePr>
        <p:xfrm>
          <a:off x="307974" y="1058092"/>
          <a:ext cx="7093604" cy="220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서비스 분류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BOOK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57401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이북 제목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대주제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101243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012705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6899181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59FF6C2C-F1A5-8A5D-3C22-436ACB323994}"/>
              </a:ext>
            </a:extLst>
          </p:cNvPr>
          <p:cNvSpPr txBox="1"/>
          <p:nvPr/>
        </p:nvSpPr>
        <p:spPr>
          <a:xfrm>
            <a:off x="1399574" y="1871904"/>
            <a:ext cx="4577363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CBC0D85-FE19-17F5-42C9-A6B2D29EAAF6}"/>
              </a:ext>
            </a:extLst>
          </p:cNvPr>
          <p:cNvSpPr/>
          <p:nvPr/>
        </p:nvSpPr>
        <p:spPr>
          <a:xfrm>
            <a:off x="6335571" y="2931583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2CECA79-4F43-894C-054D-8DF3824FC3DB}"/>
              </a:ext>
            </a:extLst>
          </p:cNvPr>
          <p:cNvSpPr txBox="1"/>
          <p:nvPr/>
        </p:nvSpPr>
        <p:spPr>
          <a:xfrm>
            <a:off x="4084060" y="1157889"/>
            <a:ext cx="30674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STEP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30256F85-BD7A-284D-72D3-2F778A1A7DB9}"/>
              </a:ext>
            </a:extLst>
          </p:cNvPr>
          <p:cNvGrpSpPr/>
          <p:nvPr/>
        </p:nvGrpSpPr>
        <p:grpSpPr>
          <a:xfrm>
            <a:off x="4684824" y="1158465"/>
            <a:ext cx="1276895" cy="182240"/>
            <a:chOff x="5720375" y="2134256"/>
            <a:chExt cx="1276895" cy="182240"/>
          </a:xfrm>
        </p:grpSpPr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4E8DC7FB-D211-F009-B703-B7DA0DA5E057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이등변 삼각형 65">
              <a:extLst>
                <a:ext uri="{FF2B5EF4-FFF2-40B4-BE49-F238E27FC236}">
                  <a16:creationId xmlns:a16="http://schemas.microsoft.com/office/drawing/2014/main" id="{37D36795-FC89-141C-3B96-1143AABB6476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318F2A7-940A-7BA6-5321-A09DFE0E57B8}"/>
              </a:ext>
            </a:extLst>
          </p:cNvPr>
          <p:cNvSpPr/>
          <p:nvPr/>
        </p:nvSpPr>
        <p:spPr>
          <a:xfrm>
            <a:off x="1399575" y="2596447"/>
            <a:ext cx="1276895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303F39C-A25C-6890-16F3-9DF7D13576FF}"/>
              </a:ext>
            </a:extLst>
          </p:cNvPr>
          <p:cNvSpPr txBox="1"/>
          <p:nvPr/>
        </p:nvSpPr>
        <p:spPr>
          <a:xfrm>
            <a:off x="3508100" y="2264436"/>
            <a:ext cx="51513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IB </a:t>
            </a:r>
            <a:r>
              <a:rPr lang="ko-KR" altLang="en-US" sz="800" b="1">
                <a:latin typeface="+mn-ea"/>
                <a:ea typeface="+mn-ea"/>
              </a:rPr>
              <a:t>소주제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B785D22-AFA9-7B52-8808-2FD0AE07D413}"/>
              </a:ext>
            </a:extLst>
          </p:cNvPr>
          <p:cNvGrpSpPr/>
          <p:nvPr/>
        </p:nvGrpSpPr>
        <p:grpSpPr>
          <a:xfrm>
            <a:off x="1399575" y="2246038"/>
            <a:ext cx="1924650" cy="182240"/>
            <a:chOff x="5720375" y="2134256"/>
            <a:chExt cx="1924650" cy="182240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130AAC4E-4BAB-A5EF-7222-A842A5A3CD83}"/>
                </a:ext>
              </a:extLst>
            </p:cNvPr>
            <p:cNvSpPr/>
            <p:nvPr/>
          </p:nvSpPr>
          <p:spPr>
            <a:xfrm>
              <a:off x="5720375" y="2134256"/>
              <a:ext cx="1924650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이등변 삼각형 86">
              <a:extLst>
                <a:ext uri="{FF2B5EF4-FFF2-40B4-BE49-F238E27FC236}">
                  <a16:creationId xmlns:a16="http://schemas.microsoft.com/office/drawing/2014/main" id="{F6E6EB03-FF0D-E366-EA65-4B2302853657}"/>
                </a:ext>
              </a:extLst>
            </p:cNvPr>
            <p:cNvSpPr/>
            <p:nvPr/>
          </p:nvSpPr>
          <p:spPr>
            <a:xfrm flipH="1" flipV="1">
              <a:off x="7471284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955E1DD0-9215-9D66-345F-F7C355EC1277}"/>
              </a:ext>
            </a:extLst>
          </p:cNvPr>
          <p:cNvSpPr txBox="1"/>
          <p:nvPr/>
        </p:nvSpPr>
        <p:spPr>
          <a:xfrm>
            <a:off x="4084060" y="2625155"/>
            <a:ext cx="27788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>
                <a:latin typeface="+mn-ea"/>
                <a:ea typeface="+mn-ea"/>
              </a:rPr>
              <a:t>장르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D8B588FC-8FD2-FC1B-29A9-F71A2622091A}"/>
              </a:ext>
            </a:extLst>
          </p:cNvPr>
          <p:cNvGrpSpPr/>
          <p:nvPr/>
        </p:nvGrpSpPr>
        <p:grpSpPr>
          <a:xfrm>
            <a:off x="4108864" y="2252346"/>
            <a:ext cx="1868074" cy="182240"/>
            <a:chOff x="5720375" y="2134256"/>
            <a:chExt cx="1868074" cy="182240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7974D759-7437-92D0-5BA3-A3FCFA43AB05}"/>
                </a:ext>
              </a:extLst>
            </p:cNvPr>
            <p:cNvSpPr/>
            <p:nvPr/>
          </p:nvSpPr>
          <p:spPr>
            <a:xfrm>
              <a:off x="5720375" y="2134256"/>
              <a:ext cx="1868074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이등변 삼각형 90">
              <a:extLst>
                <a:ext uri="{FF2B5EF4-FFF2-40B4-BE49-F238E27FC236}">
                  <a16:creationId xmlns:a16="http://schemas.microsoft.com/office/drawing/2014/main" id="{564D0293-2BE0-3C54-3460-961C50E86FD0}"/>
                </a:ext>
              </a:extLst>
            </p:cNvPr>
            <p:cNvSpPr/>
            <p:nvPr/>
          </p:nvSpPr>
          <p:spPr>
            <a:xfrm flipH="1" flipV="1">
              <a:off x="744488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7ED7C5E-BF6D-1A93-4F68-0FD0DDB38C0C}"/>
              </a:ext>
            </a:extLst>
          </p:cNvPr>
          <p:cNvGrpSpPr/>
          <p:nvPr/>
        </p:nvGrpSpPr>
        <p:grpSpPr>
          <a:xfrm>
            <a:off x="1399574" y="1500434"/>
            <a:ext cx="1276895" cy="182240"/>
            <a:chOff x="5720375" y="2134256"/>
            <a:chExt cx="1276895" cy="182240"/>
          </a:xfrm>
        </p:grpSpPr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C921F9C5-0EE8-1363-AF84-CDFFAD5698C7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이등변 삼각형 93">
              <a:extLst>
                <a:ext uri="{FF2B5EF4-FFF2-40B4-BE49-F238E27FC236}">
                  <a16:creationId xmlns:a16="http://schemas.microsoft.com/office/drawing/2014/main" id="{1B7D3F2A-A12E-7139-EDEC-DBBE02C9D24E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1284E76E-D535-81CF-521E-73E4A1C060E7}"/>
              </a:ext>
            </a:extLst>
          </p:cNvPr>
          <p:cNvSpPr txBox="1"/>
          <p:nvPr/>
        </p:nvSpPr>
        <p:spPr>
          <a:xfrm>
            <a:off x="4094623" y="1495837"/>
            <a:ext cx="27788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>
                <a:latin typeface="+mn-ea"/>
                <a:ea typeface="+mn-ea"/>
              </a:rPr>
              <a:t>분류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60E271E3-8698-E2F0-7D46-1DB687FDA7C7}"/>
              </a:ext>
            </a:extLst>
          </p:cNvPr>
          <p:cNvGrpSpPr/>
          <p:nvPr/>
        </p:nvGrpSpPr>
        <p:grpSpPr>
          <a:xfrm>
            <a:off x="4695387" y="1490063"/>
            <a:ext cx="1276895" cy="182240"/>
            <a:chOff x="5720375" y="2134256"/>
            <a:chExt cx="1276895" cy="182240"/>
          </a:xfrm>
        </p:grpSpPr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584A580B-3F9E-D847-567A-2EAB95AFA0B3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이등변 삼각형 97">
              <a:extLst>
                <a:ext uri="{FF2B5EF4-FFF2-40B4-BE49-F238E27FC236}">
                  <a16:creationId xmlns:a16="http://schemas.microsoft.com/office/drawing/2014/main" id="{D7157F99-0E89-17CA-2BB6-2D251BA055BF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D0B8BF6D-6BA7-7DED-3FCB-D44F82C04E8E}"/>
              </a:ext>
            </a:extLst>
          </p:cNvPr>
          <p:cNvGrpSpPr/>
          <p:nvPr/>
        </p:nvGrpSpPr>
        <p:grpSpPr>
          <a:xfrm>
            <a:off x="4684824" y="2596447"/>
            <a:ext cx="1276895" cy="182240"/>
            <a:chOff x="5720375" y="2134256"/>
            <a:chExt cx="1276895" cy="182240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127CCFD2-BC67-2463-B2C4-1236873AC280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이등변 삼각형 107">
              <a:extLst>
                <a:ext uri="{FF2B5EF4-FFF2-40B4-BE49-F238E27FC236}">
                  <a16:creationId xmlns:a16="http://schemas.microsoft.com/office/drawing/2014/main" id="{37C0B5C1-8F23-9E9D-2257-BC9F345C8E99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FE63EFA5-35D9-6F8E-2E51-4D57BFF378A8}"/>
              </a:ext>
            </a:extLst>
          </p:cNvPr>
          <p:cNvGrpSpPr/>
          <p:nvPr/>
        </p:nvGrpSpPr>
        <p:grpSpPr>
          <a:xfrm rot="5400000" flipH="1">
            <a:off x="119839" y="1103815"/>
            <a:ext cx="230832" cy="251992"/>
            <a:chOff x="4437623" y="2066810"/>
            <a:chExt cx="230832" cy="251992"/>
          </a:xfrm>
        </p:grpSpPr>
        <p:sp>
          <p:nvSpPr>
            <p:cNvPr id="110" name="눈물 방울 109">
              <a:extLst>
                <a:ext uri="{FF2B5EF4-FFF2-40B4-BE49-F238E27FC236}">
                  <a16:creationId xmlns:a16="http://schemas.microsoft.com/office/drawing/2014/main" id="{29DC0F5F-06B2-A5DB-84C8-9EA872E2E84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99FC7932-A3B7-C5D9-6A7D-7545D8FFFFF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B4E45E3-2BD0-983D-5E19-7437EA53BEB9}"/>
              </a:ext>
            </a:extLst>
          </p:cNvPr>
          <p:cNvGrpSpPr/>
          <p:nvPr/>
        </p:nvGrpSpPr>
        <p:grpSpPr>
          <a:xfrm rot="5400000" flipH="1">
            <a:off x="3853211" y="1103815"/>
            <a:ext cx="230832" cy="251992"/>
            <a:chOff x="4437623" y="2066810"/>
            <a:chExt cx="230832" cy="251992"/>
          </a:xfrm>
        </p:grpSpPr>
        <p:sp>
          <p:nvSpPr>
            <p:cNvPr id="114" name="눈물 방울 113">
              <a:extLst>
                <a:ext uri="{FF2B5EF4-FFF2-40B4-BE49-F238E27FC236}">
                  <a16:creationId xmlns:a16="http://schemas.microsoft.com/office/drawing/2014/main" id="{A8D8C3F6-CBD7-DA28-EF64-498C9D12ECB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6A46FCAE-E798-EF19-9329-E3805C54862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DADAF454-D460-DC8C-C52C-C8AF8027B122}"/>
              </a:ext>
            </a:extLst>
          </p:cNvPr>
          <p:cNvGrpSpPr/>
          <p:nvPr/>
        </p:nvGrpSpPr>
        <p:grpSpPr>
          <a:xfrm rot="5400000" flipH="1">
            <a:off x="119839" y="1471480"/>
            <a:ext cx="230832" cy="251992"/>
            <a:chOff x="4437623" y="2066810"/>
            <a:chExt cx="230832" cy="251992"/>
          </a:xfrm>
        </p:grpSpPr>
        <p:sp>
          <p:nvSpPr>
            <p:cNvPr id="117" name="눈물 방울 116">
              <a:extLst>
                <a:ext uri="{FF2B5EF4-FFF2-40B4-BE49-F238E27FC236}">
                  <a16:creationId xmlns:a16="http://schemas.microsoft.com/office/drawing/2014/main" id="{3F34FD7D-F426-6DAD-A391-94C25BC9702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376A3745-97CA-CDFB-24C8-D98935591A3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101CCF24-8994-BCE0-7322-B335DB071D9C}"/>
              </a:ext>
            </a:extLst>
          </p:cNvPr>
          <p:cNvGrpSpPr/>
          <p:nvPr/>
        </p:nvGrpSpPr>
        <p:grpSpPr>
          <a:xfrm rot="5400000" flipH="1">
            <a:off x="3863774" y="1471480"/>
            <a:ext cx="230832" cy="251992"/>
            <a:chOff x="4437623" y="2066810"/>
            <a:chExt cx="230832" cy="251992"/>
          </a:xfrm>
        </p:grpSpPr>
        <p:sp>
          <p:nvSpPr>
            <p:cNvPr id="120" name="눈물 방울 119">
              <a:extLst>
                <a:ext uri="{FF2B5EF4-FFF2-40B4-BE49-F238E27FC236}">
                  <a16:creationId xmlns:a16="http://schemas.microsoft.com/office/drawing/2014/main" id="{CCF7EA09-14DA-BED7-3D07-D5C2829170F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3149D788-8B10-D7EF-405E-1745B12C966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66A45FBA-C9BF-8C5C-6CFE-4A0D4C4D03FF}"/>
              </a:ext>
            </a:extLst>
          </p:cNvPr>
          <p:cNvGrpSpPr/>
          <p:nvPr/>
        </p:nvGrpSpPr>
        <p:grpSpPr>
          <a:xfrm rot="5400000" flipH="1">
            <a:off x="119839" y="1838757"/>
            <a:ext cx="230832" cy="251992"/>
            <a:chOff x="4437623" y="2066810"/>
            <a:chExt cx="230832" cy="251992"/>
          </a:xfrm>
        </p:grpSpPr>
        <p:sp>
          <p:nvSpPr>
            <p:cNvPr id="123" name="눈물 방울 122">
              <a:extLst>
                <a:ext uri="{FF2B5EF4-FFF2-40B4-BE49-F238E27FC236}">
                  <a16:creationId xmlns:a16="http://schemas.microsoft.com/office/drawing/2014/main" id="{D687FFAE-D117-9A47-9261-140B00C74CF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1257B683-B9D9-CC55-6A0D-4FA32716445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0F056F47-66DC-0190-0A95-DE02EC99CC32}"/>
              </a:ext>
            </a:extLst>
          </p:cNvPr>
          <p:cNvGrpSpPr/>
          <p:nvPr/>
        </p:nvGrpSpPr>
        <p:grpSpPr>
          <a:xfrm rot="5400000" flipH="1">
            <a:off x="119839" y="2232713"/>
            <a:ext cx="230832" cy="251992"/>
            <a:chOff x="4437623" y="2066810"/>
            <a:chExt cx="230832" cy="251992"/>
          </a:xfrm>
        </p:grpSpPr>
        <p:sp>
          <p:nvSpPr>
            <p:cNvPr id="126" name="눈물 방울 125">
              <a:extLst>
                <a:ext uri="{FF2B5EF4-FFF2-40B4-BE49-F238E27FC236}">
                  <a16:creationId xmlns:a16="http://schemas.microsoft.com/office/drawing/2014/main" id="{341E0591-3EF4-ED28-ADA2-51F9849274E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EF9DADCA-85DD-C8B1-CD2D-1A876342ABE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728BE64D-2EA5-05BE-EF44-74D6360AD220}"/>
              </a:ext>
            </a:extLst>
          </p:cNvPr>
          <p:cNvGrpSpPr/>
          <p:nvPr/>
        </p:nvGrpSpPr>
        <p:grpSpPr>
          <a:xfrm rot="5400000" flipH="1">
            <a:off x="6014850" y="2232713"/>
            <a:ext cx="230832" cy="251992"/>
            <a:chOff x="4437623" y="2066810"/>
            <a:chExt cx="230832" cy="251992"/>
          </a:xfrm>
        </p:grpSpPr>
        <p:sp>
          <p:nvSpPr>
            <p:cNvPr id="129" name="눈물 방울 128">
              <a:extLst>
                <a:ext uri="{FF2B5EF4-FFF2-40B4-BE49-F238E27FC236}">
                  <a16:creationId xmlns:a16="http://schemas.microsoft.com/office/drawing/2014/main" id="{942D2BD6-58F8-9F9F-CD61-F34B62E126D4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0C4039E2-AE72-0D3C-FE0B-5C7C4C24248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A2C9F904-708A-4849-9D41-7A7C0D246D6D}"/>
              </a:ext>
            </a:extLst>
          </p:cNvPr>
          <p:cNvGrpSpPr/>
          <p:nvPr/>
        </p:nvGrpSpPr>
        <p:grpSpPr>
          <a:xfrm rot="5400000" flipH="1">
            <a:off x="119839" y="2561571"/>
            <a:ext cx="230832" cy="251992"/>
            <a:chOff x="4437623" y="2066810"/>
            <a:chExt cx="230832" cy="251992"/>
          </a:xfrm>
        </p:grpSpPr>
        <p:sp>
          <p:nvSpPr>
            <p:cNvPr id="132" name="눈물 방울 131">
              <a:extLst>
                <a:ext uri="{FF2B5EF4-FFF2-40B4-BE49-F238E27FC236}">
                  <a16:creationId xmlns:a16="http://schemas.microsoft.com/office/drawing/2014/main" id="{3BBD0D87-F742-1507-4B76-2CAEA925D99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3C1BCB6E-F1C2-504F-37F3-3C2FE515074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572876D0-385B-C097-9AD4-E255189A24D8}"/>
              </a:ext>
            </a:extLst>
          </p:cNvPr>
          <p:cNvGrpSpPr/>
          <p:nvPr/>
        </p:nvGrpSpPr>
        <p:grpSpPr>
          <a:xfrm rot="5400000" flipH="1">
            <a:off x="3835107" y="2591694"/>
            <a:ext cx="230832" cy="251992"/>
            <a:chOff x="4437623" y="2066810"/>
            <a:chExt cx="230832" cy="251992"/>
          </a:xfrm>
        </p:grpSpPr>
        <p:sp>
          <p:nvSpPr>
            <p:cNvPr id="135" name="눈물 방울 134">
              <a:extLst>
                <a:ext uri="{FF2B5EF4-FFF2-40B4-BE49-F238E27FC236}">
                  <a16:creationId xmlns:a16="http://schemas.microsoft.com/office/drawing/2014/main" id="{FFDA64E1-8D96-BAC3-5436-1B8187B25EE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EC41CE54-854D-5269-D9EB-FF067BB7C66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0DCC1986-77FE-0C97-6434-1401874ECA3C}"/>
              </a:ext>
            </a:extLst>
          </p:cNvPr>
          <p:cNvGrpSpPr/>
          <p:nvPr/>
        </p:nvGrpSpPr>
        <p:grpSpPr>
          <a:xfrm rot="5400000" flipH="1">
            <a:off x="6646161" y="2647463"/>
            <a:ext cx="230832" cy="319318"/>
            <a:chOff x="4437623" y="2033147"/>
            <a:chExt cx="230832" cy="319318"/>
          </a:xfrm>
        </p:grpSpPr>
        <p:sp>
          <p:nvSpPr>
            <p:cNvPr id="138" name="눈물 방울 137">
              <a:extLst>
                <a:ext uri="{FF2B5EF4-FFF2-40B4-BE49-F238E27FC236}">
                  <a16:creationId xmlns:a16="http://schemas.microsoft.com/office/drawing/2014/main" id="{40BD0FEC-2789-8BA4-FEB7-AC744DCF1FA3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C6CD5D75-6501-4A4B-DFE6-6511398E6520}"/>
                </a:ext>
              </a:extLst>
            </p:cNvPr>
            <p:cNvSpPr/>
            <p:nvPr/>
          </p:nvSpPr>
          <p:spPr>
            <a:xfrm rot="5400000">
              <a:off x="4393380" y="2077390"/>
              <a:ext cx="31931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52FE05EF-5CE0-4F9A-181C-AF47FB81C8BE}"/>
              </a:ext>
            </a:extLst>
          </p:cNvPr>
          <p:cNvGrpSpPr/>
          <p:nvPr/>
        </p:nvGrpSpPr>
        <p:grpSpPr>
          <a:xfrm>
            <a:off x="1399574" y="1133750"/>
            <a:ext cx="1552765" cy="149845"/>
            <a:chOff x="1418644" y="1904256"/>
            <a:chExt cx="1552765" cy="149845"/>
          </a:xfrm>
        </p:grpSpPr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3AEACCD0-49D2-78A7-3FEE-669B6138C6AC}"/>
                </a:ext>
              </a:extLst>
            </p:cNvPr>
            <p:cNvSpPr/>
            <p:nvPr/>
          </p:nvSpPr>
          <p:spPr bwMode="auto">
            <a:xfrm>
              <a:off x="2039887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구독도서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2C51505A-65E2-3C22-1594-521403023B3B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44" name="타원 143">
                <a:extLst>
                  <a:ext uri="{FF2B5EF4-FFF2-40B4-BE49-F238E27FC236}">
                    <a16:creationId xmlns:a16="http://schemas.microsoft.com/office/drawing/2014/main" id="{6B5F45F1-44E1-85E6-69E8-6A43BF002625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40EB936B-27C1-00BD-A6C0-CA77C1693CBA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43" name="타원 142">
              <a:extLst>
                <a:ext uri="{FF2B5EF4-FFF2-40B4-BE49-F238E27FC236}">
                  <a16:creationId xmlns:a16="http://schemas.microsoft.com/office/drawing/2014/main" id="{483062CD-EE17-AD4B-55EA-B2AF63672C73}"/>
                </a:ext>
              </a:extLst>
            </p:cNvPr>
            <p:cNvSpPr/>
            <p:nvPr/>
          </p:nvSpPr>
          <p:spPr bwMode="auto">
            <a:xfrm>
              <a:off x="2821564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연계도서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B36A368-52AB-77D7-8B10-4651F31ECE84}"/>
              </a:ext>
            </a:extLst>
          </p:cNvPr>
          <p:cNvGrpSpPr/>
          <p:nvPr/>
        </p:nvGrpSpPr>
        <p:grpSpPr>
          <a:xfrm>
            <a:off x="1419019" y="3005236"/>
            <a:ext cx="3302969" cy="149845"/>
            <a:chOff x="1419019" y="2268866"/>
            <a:chExt cx="3302969" cy="149845"/>
          </a:xfrm>
        </p:grpSpPr>
        <p:sp>
          <p:nvSpPr>
            <p:cNvPr id="147" name="타원 146">
              <a:extLst>
                <a:ext uri="{FF2B5EF4-FFF2-40B4-BE49-F238E27FC236}">
                  <a16:creationId xmlns:a16="http://schemas.microsoft.com/office/drawing/2014/main" id="{01056721-45C8-45CC-8BC1-7E5566C96CA7}"/>
                </a:ext>
              </a:extLst>
            </p:cNvPr>
            <p:cNvSpPr/>
            <p:nvPr/>
          </p:nvSpPr>
          <p:spPr bwMode="auto">
            <a:xfrm>
              <a:off x="3220609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48" name="타원 147">
              <a:extLst>
                <a:ext uri="{FF2B5EF4-FFF2-40B4-BE49-F238E27FC236}">
                  <a16:creationId xmlns:a16="http://schemas.microsoft.com/office/drawing/2014/main" id="{03ADC708-9107-8322-D94C-56B186CFCB0C}"/>
                </a:ext>
              </a:extLst>
            </p:cNvPr>
            <p:cNvSpPr/>
            <p:nvPr/>
          </p:nvSpPr>
          <p:spPr bwMode="auto">
            <a:xfrm>
              <a:off x="2544842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49" name="타원 148">
              <a:extLst>
                <a:ext uri="{FF2B5EF4-FFF2-40B4-BE49-F238E27FC236}">
                  <a16:creationId xmlns:a16="http://schemas.microsoft.com/office/drawing/2014/main" id="{6A2E49D9-66CE-8EFE-B1DB-0DFC6AA101A7}"/>
                </a:ext>
              </a:extLst>
            </p:cNvPr>
            <p:cNvSpPr/>
            <p:nvPr/>
          </p:nvSpPr>
          <p:spPr bwMode="auto">
            <a:xfrm>
              <a:off x="3896376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D0813152-6B7D-906D-11FC-55DDC4F554E0}"/>
                </a:ext>
              </a:extLst>
            </p:cNvPr>
            <p:cNvSpPr/>
            <p:nvPr/>
          </p:nvSpPr>
          <p:spPr bwMode="auto">
            <a:xfrm>
              <a:off x="4572143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</a:t>
              </a:r>
            </a:p>
          </p:txBody>
        </p:sp>
        <p:grpSp>
          <p:nvGrpSpPr>
            <p:cNvPr id="151" name="그룹 150">
              <a:extLst>
                <a:ext uri="{FF2B5EF4-FFF2-40B4-BE49-F238E27FC236}">
                  <a16:creationId xmlns:a16="http://schemas.microsoft.com/office/drawing/2014/main" id="{3B84F504-3B98-31EE-6289-C331FE0C95CC}"/>
                </a:ext>
              </a:extLst>
            </p:cNvPr>
            <p:cNvGrpSpPr/>
            <p:nvPr/>
          </p:nvGrpSpPr>
          <p:grpSpPr>
            <a:xfrm>
              <a:off x="1419019" y="2268866"/>
              <a:ext cx="149845" cy="149845"/>
              <a:chOff x="6958892" y="1947799"/>
              <a:chExt cx="149845" cy="149845"/>
            </a:xfrm>
          </p:grpSpPr>
          <p:sp>
            <p:nvSpPr>
              <p:cNvPr id="152" name="타원 151">
                <a:extLst>
                  <a:ext uri="{FF2B5EF4-FFF2-40B4-BE49-F238E27FC236}">
                    <a16:creationId xmlns:a16="http://schemas.microsoft.com/office/drawing/2014/main" id="{B83B07B7-AAF4-A384-E598-23F077BDC03E}"/>
                  </a:ext>
                </a:extLst>
              </p:cNvPr>
              <p:cNvSpPr/>
              <p:nvPr/>
            </p:nvSpPr>
            <p:spPr bwMode="auto">
              <a:xfrm>
                <a:off x="6958892" y="1947799"/>
                <a:ext cx="149845" cy="149845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 dirty="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</a:p>
            </p:txBody>
          </p:sp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0BD99EBB-F18D-6F00-C286-C3AE43D43FFB}"/>
                  </a:ext>
                </a:extLst>
              </p:cNvPr>
              <p:cNvSpPr/>
              <p:nvPr/>
            </p:nvSpPr>
            <p:spPr bwMode="auto">
              <a:xfrm>
                <a:off x="6991531" y="1979137"/>
                <a:ext cx="89256" cy="89257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0C950001-59E5-992B-686B-AEDF5720E3FF}"/>
              </a:ext>
            </a:extLst>
          </p:cNvPr>
          <p:cNvSpPr/>
          <p:nvPr/>
        </p:nvSpPr>
        <p:spPr>
          <a:xfrm>
            <a:off x="2170166" y="2962667"/>
            <a:ext cx="2894893" cy="240810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B454046D-8F45-1E3E-CB7F-3C167BECE962}"/>
              </a:ext>
            </a:extLst>
          </p:cNvPr>
          <p:cNvGrpSpPr/>
          <p:nvPr/>
        </p:nvGrpSpPr>
        <p:grpSpPr>
          <a:xfrm rot="5400000" flipH="1">
            <a:off x="112011" y="2911217"/>
            <a:ext cx="230832" cy="319318"/>
            <a:chOff x="4437623" y="2033147"/>
            <a:chExt cx="230832" cy="319318"/>
          </a:xfrm>
        </p:grpSpPr>
        <p:sp>
          <p:nvSpPr>
            <p:cNvPr id="156" name="눈물 방울 155">
              <a:extLst>
                <a:ext uri="{FF2B5EF4-FFF2-40B4-BE49-F238E27FC236}">
                  <a16:creationId xmlns:a16="http://schemas.microsoft.com/office/drawing/2014/main" id="{FDDF897F-8A03-4FA8-291C-8100DCEFCAE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71FDCCED-620A-1BAC-4685-BB471E2C1671}"/>
                </a:ext>
              </a:extLst>
            </p:cNvPr>
            <p:cNvSpPr/>
            <p:nvPr/>
          </p:nvSpPr>
          <p:spPr>
            <a:xfrm rot="5400000">
              <a:off x="4393380" y="2077390"/>
              <a:ext cx="31931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210376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목록화면 정의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25532"/>
              </p:ext>
            </p:extLst>
          </p:nvPr>
        </p:nvGraphicFramePr>
        <p:xfrm>
          <a:off x="7562672" y="283032"/>
          <a:ext cx="2307098" cy="2821926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Description7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 화면 내 반복되는 기능은 본 장표에만 기재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각 메뉴화면에서는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desc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생략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주요 로직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특정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OS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전용 등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…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특별히 기재해야 할 사항이 있는 경우 활용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없으면 생략 가능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조회 결과 총 건수 표시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숫자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bold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처리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5948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정렬은 특이사항이 없는 경우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 최신순으로 정렬함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기본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건씩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페이지컨트롤</a:t>
                      </a:r>
                      <a:b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상품명 등 클릭 가능한 주요 항목에 </a:t>
                      </a: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언더바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처리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 등록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화면이동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or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팝업생성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92580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 data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케이스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영역에 생성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22892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페이지컨트롤러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 기능은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UI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가이드 참고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44635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Primary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저장 등 주요 버튼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화면이동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or </a:t>
                      </a: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팝업생성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9683913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D26DC4F0-378D-D96D-3AF3-C310392CE3BA}"/>
              </a:ext>
            </a:extLst>
          </p:cNvPr>
          <p:cNvSpPr txBox="1"/>
          <p:nvPr/>
        </p:nvSpPr>
        <p:spPr>
          <a:xfrm>
            <a:off x="309940" y="593725"/>
            <a:ext cx="1279765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2depth </a:t>
            </a:r>
            <a:r>
              <a:rPr kumimoji="1" lang="ko-KR" alt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4149860-EE90-3C8C-3A87-76431C91622F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r"/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1depth 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2depth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7D860CAE-D6CE-892A-9224-3151B88006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2301326"/>
              </p:ext>
            </p:extLst>
          </p:nvPr>
        </p:nvGraphicFramePr>
        <p:xfrm>
          <a:off x="307973" y="1330748"/>
          <a:ext cx="7105838" cy="20982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3126929733"/>
                    </a:ext>
                  </a:extLst>
                </a:gridCol>
                <a:gridCol w="3900356">
                  <a:extLst>
                    <a:ext uri="{9D8B030D-6E8A-4147-A177-3AD203B41FA5}">
                      <a16:colId xmlns:a16="http://schemas.microsoft.com/office/drawing/2014/main" val="3077169293"/>
                    </a:ext>
                  </a:extLst>
                </a:gridCol>
                <a:gridCol w="1102658">
                  <a:extLst>
                    <a:ext uri="{9D8B030D-6E8A-4147-A177-3AD203B41FA5}">
                      <a16:colId xmlns:a16="http://schemas.microsoft.com/office/drawing/2014/main" val="1224177884"/>
                    </a:ext>
                  </a:extLst>
                </a:gridCol>
                <a:gridCol w="806824">
                  <a:extLst>
                    <a:ext uri="{9D8B030D-6E8A-4147-A177-3AD203B41FA5}">
                      <a16:colId xmlns:a16="http://schemas.microsoft.com/office/drawing/2014/main" val="205959272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항목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항목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#2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게시여부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구분 값</a:t>
                      </a: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상품명 등 주요 항목 데이터</a:t>
                      </a:r>
                      <a:r>
                        <a:rPr lang="en-US" altLang="ko-KR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클릭 가능한 항목에 </a:t>
                      </a:r>
                      <a:r>
                        <a:rPr lang="ko-KR" altLang="en-US" sz="900" u="sng" dirty="0" err="1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언더바</a:t>
                      </a:r>
                      <a:r>
                        <a:rPr lang="ko-KR" altLang="en-US" sz="90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 처리</a:t>
                      </a: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Y or N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$data$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$data$ … </a:t>
                      </a:r>
                      <a:r>
                        <a:rPr kumimoji="0" lang="ko-KR" altLang="en-US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 </a:t>
                      </a: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줄까지 표시</a:t>
                      </a: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초과 시 </a:t>
                      </a: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 </a:t>
                      </a:r>
                      <a:r>
                        <a:rPr kumimoji="0" lang="ko-KR" altLang="en-US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</a:t>
                      </a: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2022.12.10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Y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$data$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$data$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2022.12.01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96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$data$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$data$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2022.11.20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Y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367312">
                <a:tc gridSpan="4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en-US" altLang="ko-KR" sz="9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1366986"/>
                  </a:ext>
                </a:extLst>
              </a:tr>
              <a:tr h="184317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$data$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76200" marR="76200" marT="76200" marB="762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sng" dirty="0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$data$</a:t>
                      </a:r>
                      <a:endParaRPr lang="ko-KR" altLang="en-US" sz="900" b="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76200" marR="76200" marT="76200" marB="762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2022.11.05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Y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5461827"/>
                  </a:ext>
                </a:extLst>
              </a:tr>
            </a:tbl>
          </a:graphicData>
        </a:graphic>
      </p:graphicFrame>
      <p:sp>
        <p:nvSpPr>
          <p:cNvPr id="75" name="TextBox 74">
            <a:extLst>
              <a:ext uri="{FF2B5EF4-FFF2-40B4-BE49-F238E27FC236}">
                <a16:creationId xmlns:a16="http://schemas.microsoft.com/office/drawing/2014/main" id="{47B2EB0D-D5D8-3A06-499C-FBB2D08A4B99}"/>
              </a:ext>
            </a:extLst>
          </p:cNvPr>
          <p:cNvSpPr txBox="1"/>
          <p:nvPr/>
        </p:nvSpPr>
        <p:spPr>
          <a:xfrm>
            <a:off x="311718" y="1103663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총 </a:t>
            </a:r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건</a:t>
            </a:r>
            <a:endParaRPr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E2A0F-669E-8E62-45CF-E1BEAC16E640}"/>
              </a:ext>
            </a:extLst>
          </p:cNvPr>
          <p:cNvSpPr txBox="1"/>
          <p:nvPr/>
        </p:nvSpPr>
        <p:spPr>
          <a:xfrm>
            <a:off x="3664209" y="2713414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BF175584-CED9-48B1-66E8-4549C500D666}"/>
              </a:ext>
            </a:extLst>
          </p:cNvPr>
          <p:cNvGrpSpPr/>
          <p:nvPr/>
        </p:nvGrpSpPr>
        <p:grpSpPr>
          <a:xfrm>
            <a:off x="3201065" y="3584010"/>
            <a:ext cx="1306768" cy="604612"/>
            <a:chOff x="3338695" y="5265217"/>
            <a:chExt cx="1306768" cy="604612"/>
          </a:xfrm>
        </p:grpSpPr>
        <p:pic>
          <p:nvPicPr>
            <p:cNvPr id="100" name="그림 99">
              <a:extLst>
                <a:ext uri="{FF2B5EF4-FFF2-40B4-BE49-F238E27FC236}">
                  <a16:creationId xmlns:a16="http://schemas.microsoft.com/office/drawing/2014/main" id="{5E27ECE1-4CCD-30C2-6F05-156C5F18291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2011" y="5265217"/>
              <a:ext cx="321182" cy="321182"/>
            </a:xfrm>
            <a:prstGeom prst="rect">
              <a:avLst/>
            </a:prstGeom>
          </p:spPr>
        </p:pic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161E50E9-D7AF-523F-87F9-9F7A55389931}"/>
                </a:ext>
              </a:extLst>
            </p:cNvPr>
            <p:cNvSpPr txBox="1"/>
            <p:nvPr/>
          </p:nvSpPr>
          <p:spPr>
            <a:xfrm>
              <a:off x="3338695" y="5654385"/>
              <a:ext cx="130676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  <a:ea typeface="+mn-ea"/>
                </a:rPr>
                <a:t>조회된 내역이 없습니다</a:t>
              </a:r>
              <a:r>
                <a:rPr lang="en-US" altLang="ko-KR" sz="800" dirty="0">
                  <a:latin typeface="+mn-ea"/>
                  <a:ea typeface="+mn-ea"/>
                </a:rPr>
                <a:t>.</a:t>
              </a:r>
              <a:endParaRPr lang="ko-KR" altLang="en-US" sz="800" dirty="0">
                <a:latin typeface="+mn-ea"/>
                <a:ea typeface="+mn-ea"/>
              </a:endParaRPr>
            </a:p>
          </p:txBody>
        </p:sp>
      </p:grpSp>
      <p:sp>
        <p:nvSpPr>
          <p:cNvPr id="2" name="L 도형 1">
            <a:extLst>
              <a:ext uri="{FF2B5EF4-FFF2-40B4-BE49-F238E27FC236}">
                <a16:creationId xmlns:a16="http://schemas.microsoft.com/office/drawing/2014/main" id="{1F73B8A5-A3E1-E848-EB73-60231D74C9EF}"/>
              </a:ext>
            </a:extLst>
          </p:cNvPr>
          <p:cNvSpPr/>
          <p:nvPr/>
        </p:nvSpPr>
        <p:spPr bwMode="auto">
          <a:xfrm rot="2700000">
            <a:off x="2897695" y="437507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A02172F1-02B7-B239-09E3-E413F4242D4D}"/>
              </a:ext>
            </a:extLst>
          </p:cNvPr>
          <p:cNvSpPr/>
          <p:nvPr/>
        </p:nvSpPr>
        <p:spPr bwMode="auto">
          <a:xfrm rot="13500000">
            <a:off x="4693312" y="437507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E0B4883-1236-68DD-C3B4-ACBB38439A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8536174"/>
              </p:ext>
            </p:extLst>
          </p:nvPr>
        </p:nvGraphicFramePr>
        <p:xfrm>
          <a:off x="3109528" y="430451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AF185A9D-C853-6820-806D-8170FD9B086A}"/>
              </a:ext>
            </a:extLst>
          </p:cNvPr>
          <p:cNvSpPr/>
          <p:nvPr/>
        </p:nvSpPr>
        <p:spPr>
          <a:xfrm>
            <a:off x="6119276" y="4292329"/>
            <a:ext cx="1281649" cy="327273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dirty="0">
                <a:solidFill>
                  <a:schemeClr val="bg1"/>
                </a:solidFill>
                <a:latin typeface="+mn-ea"/>
              </a:rPr>
              <a:t>등록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8A5E05D-14CD-2366-DC1C-6194EB04363A}"/>
              </a:ext>
            </a:extLst>
          </p:cNvPr>
          <p:cNvSpPr txBox="1"/>
          <p:nvPr/>
        </p:nvSpPr>
        <p:spPr>
          <a:xfrm>
            <a:off x="3804150" y="2734093"/>
            <a:ext cx="26280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9053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목록 </a:t>
            </a:r>
            <a:r>
              <a:rPr kumimoji="0" lang="en-US" altLang="ko-KR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0" lang="ko-KR" altLang="en-US" sz="800" b="0" i="0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건씩</a:t>
            </a:r>
            <a:r>
              <a:rPr kumimoji="0" lang="ko-KR" altLang="en-US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표시</a:t>
            </a:r>
            <a:r>
              <a:rPr kumimoji="0" lang="en-US" altLang="ko-KR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초과 시 </a:t>
            </a:r>
            <a:r>
              <a:rPr kumimoji="0" lang="ko-KR" altLang="en-US" sz="800" b="0" i="0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페이지컨트롤러로</a:t>
            </a:r>
            <a:r>
              <a:rPr kumimoji="0" lang="ko-KR" altLang="en-US" sz="800" b="0" i="0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조정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5BFBDCF8-EF7E-38EC-D15E-4D592EE1B360}"/>
              </a:ext>
            </a:extLst>
          </p:cNvPr>
          <p:cNvGrpSpPr/>
          <p:nvPr/>
        </p:nvGrpSpPr>
        <p:grpSpPr>
          <a:xfrm flipH="1">
            <a:off x="101431" y="1091563"/>
            <a:ext cx="251992" cy="230832"/>
            <a:chOff x="4414343" y="1531376"/>
            <a:chExt cx="251992" cy="230832"/>
          </a:xfrm>
        </p:grpSpPr>
        <p:sp>
          <p:nvSpPr>
            <p:cNvPr id="31" name="눈물 방울 30">
              <a:extLst>
                <a:ext uri="{FF2B5EF4-FFF2-40B4-BE49-F238E27FC236}">
                  <a16:creationId xmlns:a16="http://schemas.microsoft.com/office/drawing/2014/main" id="{CED587E0-C3A3-EA90-BAF6-082F83E74A40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73060FDA-7FA7-D1F6-7F33-D37151A526CB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7761FA94-6EB7-5EDF-E8E6-FBDA1B18FAE9}"/>
              </a:ext>
            </a:extLst>
          </p:cNvPr>
          <p:cNvGrpSpPr/>
          <p:nvPr/>
        </p:nvGrpSpPr>
        <p:grpSpPr>
          <a:xfrm flipH="1">
            <a:off x="101431" y="1350977"/>
            <a:ext cx="251992" cy="230832"/>
            <a:chOff x="4414343" y="1531376"/>
            <a:chExt cx="251992" cy="230832"/>
          </a:xfrm>
        </p:grpSpPr>
        <p:sp>
          <p:nvSpPr>
            <p:cNvPr id="37" name="눈물 방울 36">
              <a:extLst>
                <a:ext uri="{FF2B5EF4-FFF2-40B4-BE49-F238E27FC236}">
                  <a16:creationId xmlns:a16="http://schemas.microsoft.com/office/drawing/2014/main" id="{29ACB4FB-2312-CDF2-7BC8-F5BCFF9DAA26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BD0304CE-FE07-0A45-CB41-DC026D5318D2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C8E7182-E128-E1C4-112F-1FBE0DEDF3F9}"/>
              </a:ext>
            </a:extLst>
          </p:cNvPr>
          <p:cNvGrpSpPr/>
          <p:nvPr/>
        </p:nvGrpSpPr>
        <p:grpSpPr>
          <a:xfrm>
            <a:off x="5078055" y="1614827"/>
            <a:ext cx="314510" cy="230832"/>
            <a:chOff x="4383084" y="1531376"/>
            <a:chExt cx="314510" cy="230832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CCC89B42-FA91-CAED-754B-0C74D75A6429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C44B70C3-4C96-4E5B-BA71-A54F41C3FE22}"/>
                </a:ext>
              </a:extLst>
            </p:cNvPr>
            <p:cNvSpPr/>
            <p:nvPr/>
          </p:nvSpPr>
          <p:spPr>
            <a:xfrm>
              <a:off x="4383084" y="1531376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9BBCB5B0-9C4E-F3F4-25B4-3664E9BCDA3D}"/>
              </a:ext>
            </a:extLst>
          </p:cNvPr>
          <p:cNvGrpSpPr/>
          <p:nvPr/>
        </p:nvGrpSpPr>
        <p:grpSpPr>
          <a:xfrm flipH="1">
            <a:off x="3022666" y="3957790"/>
            <a:ext cx="251992" cy="230832"/>
            <a:chOff x="4414343" y="1531376"/>
            <a:chExt cx="251992" cy="230832"/>
          </a:xfrm>
        </p:grpSpPr>
        <p:sp>
          <p:nvSpPr>
            <p:cNvPr id="73" name="눈물 방울 72">
              <a:extLst>
                <a:ext uri="{FF2B5EF4-FFF2-40B4-BE49-F238E27FC236}">
                  <a16:creationId xmlns:a16="http://schemas.microsoft.com/office/drawing/2014/main" id="{2D01340A-BC0D-5CF6-9AF8-BEA9104F2091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54514519-3F12-3A72-5315-C94D775ABA34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BEA44536-2D31-6E1C-2F32-D5B2A1E4CB2F}"/>
              </a:ext>
            </a:extLst>
          </p:cNvPr>
          <p:cNvGrpSpPr/>
          <p:nvPr/>
        </p:nvGrpSpPr>
        <p:grpSpPr>
          <a:xfrm flipH="1">
            <a:off x="2568691" y="4320633"/>
            <a:ext cx="251992" cy="230832"/>
            <a:chOff x="4414343" y="1531376"/>
            <a:chExt cx="251992" cy="230832"/>
          </a:xfrm>
        </p:grpSpPr>
        <p:sp>
          <p:nvSpPr>
            <p:cNvPr id="77" name="눈물 방울 76">
              <a:extLst>
                <a:ext uri="{FF2B5EF4-FFF2-40B4-BE49-F238E27FC236}">
                  <a16:creationId xmlns:a16="http://schemas.microsoft.com/office/drawing/2014/main" id="{863E2900-2368-FFA1-E6AF-5A1BE4CBD32B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4370AC56-CE64-938F-A7F3-B9DEC536AB13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6836260C-BE9D-E56A-7190-AA6C9818BBA7}"/>
              </a:ext>
            </a:extLst>
          </p:cNvPr>
          <p:cNvGrpSpPr/>
          <p:nvPr/>
        </p:nvGrpSpPr>
        <p:grpSpPr>
          <a:xfrm flipH="1">
            <a:off x="5833621" y="4340549"/>
            <a:ext cx="251992" cy="230832"/>
            <a:chOff x="4414343" y="1531376"/>
            <a:chExt cx="251992" cy="230832"/>
          </a:xfrm>
        </p:grpSpPr>
        <p:sp>
          <p:nvSpPr>
            <p:cNvPr id="80" name="눈물 방울 79">
              <a:extLst>
                <a:ext uri="{FF2B5EF4-FFF2-40B4-BE49-F238E27FC236}">
                  <a16:creationId xmlns:a16="http://schemas.microsoft.com/office/drawing/2014/main" id="{9B5E0EF7-E315-37E9-7D81-C3E29DF12D1C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7B9551E6-FD1D-1834-192F-63A52B860422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725601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수정화면 정의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9983248"/>
              </p:ext>
            </p:extLst>
          </p:nvPr>
        </p:nvGraphicFramePr>
        <p:xfrm>
          <a:off x="7562672" y="283032"/>
          <a:ext cx="2307098" cy="6366420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필수 입력 항목인 경우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항목명 우측 </a:t>
                      </a:r>
                      <a:r>
                        <a:rPr kumimoji="0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*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⑤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Primary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눌렀을 때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입력여부 체크 대상임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디자인상 텍스트길이 제한이 필요한 항목의 경우에만 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카운팅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표시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현재 입력된 자리 수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 가능한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max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 입력 후 ⑤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Primary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눌렀을 때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유효성을 체크하여 부적합 시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(A1)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생성 및 인풋 우측 하단에 텍스트 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표시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$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항목명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$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부분에 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알럿이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발생한 해당 항목명 표시 필수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각 메뉴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정의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93042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 내 타이틀 구분이 필요한 경우 해당 영역 표시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타이틀에 묶인 모든 항목이 필수 입력인 경우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타이틀 우측 </a:t>
                      </a:r>
                      <a:r>
                        <a:rPr kumimoji="0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*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 가능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타이틀에 묶인 항목의 유효성을 체크하여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미입력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또는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개라도 만족하지 않는 경우 텍스트 </a:t>
                      </a:r>
                      <a:r>
                        <a:rPr kumimoji="0" lang="ko-KR" altLang="en-US" sz="7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알럿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표시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935570"/>
                  </a:ext>
                </a:extLst>
              </a:tr>
              <a:tr h="2185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Primary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저장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저장 등 주요 버튼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목록 화면으로 이동 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(C1</a:t>
                      </a:r>
                      <a:r>
                        <a:rPr kumimoji="0" lang="ko-KR" altLang="en-US" sz="7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컨펌</a:t>
                      </a:r>
                      <a:r>
                        <a:rPr kumimoji="0" lang="ko-KR" altLang="en-US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표시 필수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7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a)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1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Secondary Button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: [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취소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)] 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버튼</a:t>
                      </a:r>
                      <a:endParaRPr kumimoji="0" lang="en-US" altLang="ko-KR" sz="7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누르면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입력한 내용을 저장하지 않고 목록 화면으로 이동 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(C2</a:t>
                      </a:r>
                      <a:r>
                        <a:rPr kumimoji="0" lang="ko-KR" altLang="en-US" sz="7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컨펌</a:t>
                      </a:r>
                      <a:r>
                        <a:rPr kumimoji="0" lang="ko-KR" altLang="en-US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표시 필수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b)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1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Negative Button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: [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삭제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버튼</a:t>
                      </a:r>
                      <a:endParaRPr kumimoji="0" lang="en-US" altLang="ko-KR" sz="7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수정 화면에서만 표시되는 버튼</a:t>
                      </a:r>
                      <a:endParaRPr kumimoji="0" lang="en-US" altLang="ko-KR" sz="7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누르면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(C3</a:t>
                      </a:r>
                      <a:r>
                        <a:rPr kumimoji="0" lang="ko-KR" altLang="en-US" sz="7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컨펌</a:t>
                      </a:r>
                      <a:r>
                        <a:rPr kumimoji="0" lang="ko-KR" altLang="en-US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표시 필수</a:t>
                      </a:r>
                      <a:r>
                        <a:rPr kumimoji="0" lang="en-US" altLang="ko-KR" sz="7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58303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타이틀 하위 입력 영역 전체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hide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Front</a:t>
                      </a:r>
                      <a:r>
                        <a:rPr kumimoji="0" lang="ko-KR" altLang="en-US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에서도 해당 타이틀 영역은 전체 </a:t>
                      </a:r>
                      <a:r>
                        <a:rPr kumimoji="0" lang="en-US" altLang="ko-KR" sz="7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hide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624199"/>
                  </a:ext>
                </a:extLst>
              </a:tr>
              <a:tr h="14744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</a:t>
                      </a:r>
                      <a:r>
                        <a:rPr lang="ko-KR" altLang="en-US" sz="750" b="1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미입력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후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버튼클릭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</a:t>
                      </a:r>
                      <a:r>
                        <a:rPr lang="ko-KR" altLang="en-US" sz="75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알럿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표시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1840066"/>
                  </a:ext>
                </a:extLst>
              </a:tr>
              <a:tr h="14744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…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Primary 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 이동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744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…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Secondary 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918527"/>
                  </a:ext>
                </a:extLst>
              </a:tr>
              <a:tr h="14744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…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Negative </a:t>
                      </a:r>
                      <a:r>
                        <a:rPr lang="ko-KR" altLang="en-US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75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75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7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2655626"/>
                  </a:ext>
                </a:extLst>
              </a:tr>
            </a:tbl>
          </a:graphicData>
        </a:graphic>
      </p:graphicFrame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33D494A9-8390-3356-39FE-7DEEEB95FB83}"/>
              </a:ext>
            </a:extLst>
          </p:cNvPr>
          <p:cNvGraphicFramePr>
            <a:graphicFrameLocks noGrp="1"/>
          </p:cNvGraphicFramePr>
          <p:nvPr/>
        </p:nvGraphicFramePr>
        <p:xfrm>
          <a:off x="309941" y="1190216"/>
          <a:ext cx="7056060" cy="1318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6691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2431177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1290764">
                  <a:extLst>
                    <a:ext uri="{9D8B030D-6E8A-4147-A177-3AD203B41FA5}">
                      <a16:colId xmlns:a16="http://schemas.microsoft.com/office/drawing/2014/main" val="354242991"/>
                    </a:ext>
                  </a:extLst>
                </a:gridCol>
                <a:gridCol w="2187428">
                  <a:extLst>
                    <a:ext uri="{9D8B030D-6E8A-4147-A177-3AD203B41FA5}">
                      <a16:colId xmlns:a16="http://schemas.microsoft.com/office/drawing/2014/main" val="2922302531"/>
                    </a:ext>
                  </a:extLst>
                </a:gridCol>
              </a:tblGrid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1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60054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2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6029042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3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4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5250331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C0DF60F8-D5C0-7246-A088-7183E80892BE}"/>
              </a:ext>
            </a:extLst>
          </p:cNvPr>
          <p:cNvSpPr txBox="1"/>
          <p:nvPr/>
        </p:nvSpPr>
        <p:spPr>
          <a:xfrm>
            <a:off x="1508614" y="1242509"/>
            <a:ext cx="5832000" cy="20826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3719D27-C38B-B614-9EF4-740ECA5B4999}"/>
              </a:ext>
            </a:extLst>
          </p:cNvPr>
          <p:cNvSpPr txBox="1"/>
          <p:nvPr/>
        </p:nvSpPr>
        <p:spPr>
          <a:xfrm>
            <a:off x="1437084" y="1417468"/>
            <a:ext cx="602830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 /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66623E57-7E55-DF1A-435B-3B4A60B81939}"/>
              </a:ext>
            </a:extLst>
          </p:cNvPr>
          <p:cNvSpPr txBox="1"/>
          <p:nvPr/>
        </p:nvSpPr>
        <p:spPr>
          <a:xfrm>
            <a:off x="5483433" y="1461513"/>
            <a:ext cx="1854771" cy="180425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! 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항목명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을 입력해 주세요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77D04C83-1557-3C28-A052-751700CF4323}"/>
              </a:ext>
            </a:extLst>
          </p:cNvPr>
          <p:cNvSpPr txBox="1"/>
          <p:nvPr/>
        </p:nvSpPr>
        <p:spPr>
          <a:xfrm>
            <a:off x="1508614" y="1713514"/>
            <a:ext cx="5832000" cy="20719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항목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 대한 데이터 인풋 완료된 상태</a:t>
            </a:r>
          </a:p>
        </p:txBody>
      </p:sp>
      <p:grpSp>
        <p:nvGrpSpPr>
          <p:cNvPr id="1073" name="그룹 1072">
            <a:extLst>
              <a:ext uri="{FF2B5EF4-FFF2-40B4-BE49-F238E27FC236}">
                <a16:creationId xmlns:a16="http://schemas.microsoft.com/office/drawing/2014/main" id="{86882C5F-3F8E-662B-A1BB-62064CF4B731}"/>
              </a:ext>
            </a:extLst>
          </p:cNvPr>
          <p:cNvGrpSpPr/>
          <p:nvPr/>
        </p:nvGrpSpPr>
        <p:grpSpPr>
          <a:xfrm>
            <a:off x="4838541" y="5396487"/>
            <a:ext cx="2563575" cy="327273"/>
            <a:chOff x="6043832" y="2517674"/>
            <a:chExt cx="2563575" cy="327273"/>
          </a:xfrm>
        </p:grpSpPr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AD8C7088-D292-7021-271C-9A37680F4B6E}"/>
                </a:ext>
              </a:extLst>
            </p:cNvPr>
            <p:cNvSpPr/>
            <p:nvPr/>
          </p:nvSpPr>
          <p:spPr>
            <a:xfrm>
              <a:off x="7325758" y="2517674"/>
              <a:ext cx="1281649" cy="32727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chemeClr val="tx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Primary Button</a:t>
              </a:r>
              <a:endPara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5" name="직사각형 1054">
              <a:extLst>
                <a:ext uri="{FF2B5EF4-FFF2-40B4-BE49-F238E27FC236}">
                  <a16:creationId xmlns:a16="http://schemas.microsoft.com/office/drawing/2014/main" id="{769059DD-D46D-69AB-B5A3-0DECC011026B}"/>
                </a:ext>
              </a:extLst>
            </p:cNvPr>
            <p:cNvSpPr/>
            <p:nvPr/>
          </p:nvSpPr>
          <p:spPr>
            <a:xfrm>
              <a:off x="6043832" y="2517674"/>
              <a:ext cx="1281649" cy="327273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Secondary Button</a:t>
              </a:r>
            </a:p>
          </p:txBody>
        </p:sp>
      </p:grpSp>
      <p:sp>
        <p:nvSpPr>
          <p:cNvPr id="1064" name="직사각형 1063">
            <a:extLst>
              <a:ext uri="{FF2B5EF4-FFF2-40B4-BE49-F238E27FC236}">
                <a16:creationId xmlns:a16="http://schemas.microsoft.com/office/drawing/2014/main" id="{1A416456-6B42-1534-5D9B-8D86BD2F58F0}"/>
              </a:ext>
            </a:extLst>
          </p:cNvPr>
          <p:cNvSpPr/>
          <p:nvPr/>
        </p:nvSpPr>
        <p:spPr>
          <a:xfrm>
            <a:off x="307975" y="5396487"/>
            <a:ext cx="1281649" cy="327273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Negative Button</a:t>
            </a:r>
          </a:p>
        </p:txBody>
      </p:sp>
      <p:sp>
        <p:nvSpPr>
          <p:cNvPr id="1082" name="TextBox 1081">
            <a:extLst>
              <a:ext uri="{FF2B5EF4-FFF2-40B4-BE49-F238E27FC236}">
                <a16:creationId xmlns:a16="http://schemas.microsoft.com/office/drawing/2014/main" id="{1C74D567-C5A5-51D9-5E58-24990D0B64E8}"/>
              </a:ext>
            </a:extLst>
          </p:cNvPr>
          <p:cNvSpPr txBox="1"/>
          <p:nvPr/>
        </p:nvSpPr>
        <p:spPr>
          <a:xfrm>
            <a:off x="307975" y="3138537"/>
            <a:ext cx="971988" cy="2419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100" b="1" dirty="0">
                <a:latin typeface="+mn-ea"/>
                <a:ea typeface="+mn-ea"/>
              </a:rPr>
              <a:t>■ </a:t>
            </a:r>
            <a:r>
              <a:rPr lang="en-US" altLang="ko-KR" sz="1100" b="1" dirty="0">
                <a:latin typeface="+mn-ea"/>
                <a:ea typeface="+mn-ea"/>
              </a:rPr>
              <a:t>Sub Title</a:t>
            </a:r>
            <a:r>
              <a:rPr lang="ko-KR" altLang="en-US" sz="1100" b="1" dirty="0">
                <a:latin typeface="+mn-ea"/>
                <a:ea typeface="+mn-ea"/>
              </a:rPr>
              <a:t> </a:t>
            </a:r>
            <a:r>
              <a:rPr lang="en-US" altLang="ko-KR" sz="1100" b="1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endParaRPr lang="ko-KR" altLang="en-US" sz="11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1091" name="표 1090">
            <a:extLst>
              <a:ext uri="{FF2B5EF4-FFF2-40B4-BE49-F238E27FC236}">
                <a16:creationId xmlns:a16="http://schemas.microsoft.com/office/drawing/2014/main" id="{B2B4138B-320C-4100-F85D-7072426EFF65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3441546"/>
          <a:ext cx="7094144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7353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773536">
                  <a:extLst>
                    <a:ext uri="{9D8B030D-6E8A-4147-A177-3AD203B41FA5}">
                      <a16:colId xmlns:a16="http://schemas.microsoft.com/office/drawing/2014/main" val="48854296"/>
                    </a:ext>
                  </a:extLst>
                </a:gridCol>
                <a:gridCol w="1773536">
                  <a:extLst>
                    <a:ext uri="{9D8B030D-6E8A-4147-A177-3AD203B41FA5}">
                      <a16:colId xmlns:a16="http://schemas.microsoft.com/office/drawing/2014/main" val="1523996067"/>
                    </a:ext>
                  </a:extLst>
                </a:gridCol>
                <a:gridCol w="1773536">
                  <a:extLst>
                    <a:ext uri="{9D8B030D-6E8A-4147-A177-3AD203B41FA5}">
                      <a16:colId xmlns:a16="http://schemas.microsoft.com/office/drawing/2014/main" val="288674619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검색어 </a:t>
                      </a:r>
                      <a:r>
                        <a:rPr lang="en-US" altLang="ko-KR" sz="9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검색어 </a:t>
                      </a:r>
                      <a:r>
                        <a:rPr lang="en-US" altLang="ko-KR" sz="9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검색어 </a:t>
                      </a:r>
                      <a:r>
                        <a:rPr lang="en-US" altLang="ko-KR" sz="9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검색어 </a:t>
                      </a:r>
                      <a:r>
                        <a:rPr lang="en-US" altLang="ko-KR" sz="9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</a:tbl>
          </a:graphicData>
        </a:graphic>
      </p:graphicFrame>
      <p:sp>
        <p:nvSpPr>
          <p:cNvPr id="1100" name="직사각형 1099">
            <a:extLst>
              <a:ext uri="{FF2B5EF4-FFF2-40B4-BE49-F238E27FC236}">
                <a16:creationId xmlns:a16="http://schemas.microsoft.com/office/drawing/2014/main" id="{6454AB15-C9C0-D72D-A8E5-EB489DF445BD}"/>
              </a:ext>
            </a:extLst>
          </p:cNvPr>
          <p:cNvSpPr/>
          <p:nvPr/>
        </p:nvSpPr>
        <p:spPr bwMode="auto">
          <a:xfrm>
            <a:off x="750860" y="3510337"/>
            <a:ext cx="135236" cy="13523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465368" tIns="66481" rIns="132962" bIns="66481" numCol="1" rtlCol="0" anchor="ctr" anchorCtr="0" compatLnSpc="1">
            <a:prstTxWarp prst="textNoShape">
              <a:avLst/>
            </a:prstTxWarp>
            <a:noAutofit/>
          </a:bodyPr>
          <a:lstStyle/>
          <a:p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2" name="직사각형 1101">
            <a:extLst>
              <a:ext uri="{FF2B5EF4-FFF2-40B4-BE49-F238E27FC236}">
                <a16:creationId xmlns:a16="http://schemas.microsoft.com/office/drawing/2014/main" id="{D6C626EB-E795-DA60-1A57-E1A2D5ABDEBE}"/>
              </a:ext>
            </a:extLst>
          </p:cNvPr>
          <p:cNvSpPr/>
          <p:nvPr/>
        </p:nvSpPr>
        <p:spPr bwMode="auto">
          <a:xfrm>
            <a:off x="2513997" y="3510337"/>
            <a:ext cx="135236" cy="13523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465368" tIns="66481" rIns="132962" bIns="66481" numCol="1" rtlCol="0" anchor="ctr" anchorCtr="0" compatLnSpc="1">
            <a:prstTxWarp prst="textNoShape">
              <a:avLst/>
            </a:prstTxWarp>
            <a:noAutofit/>
          </a:bodyPr>
          <a:lstStyle/>
          <a:p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4" name="그룹 1113">
            <a:extLst>
              <a:ext uri="{FF2B5EF4-FFF2-40B4-BE49-F238E27FC236}">
                <a16:creationId xmlns:a16="http://schemas.microsoft.com/office/drawing/2014/main" id="{39C1DD10-E261-1EE5-E0FB-5D2F3E765CE7}"/>
              </a:ext>
            </a:extLst>
          </p:cNvPr>
          <p:cNvGrpSpPr/>
          <p:nvPr/>
        </p:nvGrpSpPr>
        <p:grpSpPr>
          <a:xfrm>
            <a:off x="6069246" y="3510337"/>
            <a:ext cx="135236" cy="135236"/>
            <a:chOff x="5868877" y="2147491"/>
            <a:chExt cx="135236" cy="135236"/>
          </a:xfrm>
        </p:grpSpPr>
        <p:sp>
          <p:nvSpPr>
            <p:cNvPr id="1115" name="직사각형 1114">
              <a:extLst>
                <a:ext uri="{FF2B5EF4-FFF2-40B4-BE49-F238E27FC236}">
                  <a16:creationId xmlns:a16="http://schemas.microsoft.com/office/drawing/2014/main" id="{75BF3CC8-2EF3-7D17-B9B9-7ED8B226DCDB}"/>
                </a:ext>
              </a:extLst>
            </p:cNvPr>
            <p:cNvSpPr/>
            <p:nvPr/>
          </p:nvSpPr>
          <p:spPr bwMode="auto">
            <a:xfrm>
              <a:off x="5868877" y="2147491"/>
              <a:ext cx="135236" cy="13523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9" name="L 도형 1128">
              <a:extLst>
                <a:ext uri="{FF2B5EF4-FFF2-40B4-BE49-F238E27FC236}">
                  <a16:creationId xmlns:a16="http://schemas.microsoft.com/office/drawing/2014/main" id="{E630D752-B7B3-6554-21AB-CE8F5DE26A03}"/>
                </a:ext>
              </a:extLst>
            </p:cNvPr>
            <p:cNvSpPr/>
            <p:nvPr/>
          </p:nvSpPr>
          <p:spPr bwMode="auto">
            <a:xfrm rot="18900000">
              <a:off x="5891245" y="2156739"/>
              <a:ext cx="100820" cy="83478"/>
            </a:xfrm>
            <a:prstGeom prst="corner">
              <a:avLst>
                <a:gd name="adj1" fmla="val 24602"/>
                <a:gd name="adj2" fmla="val 22744"/>
              </a:avLst>
            </a:prstGeom>
            <a:solidFill>
              <a:srgbClr val="000000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i="0" u="none" strike="noStrike" cap="none" normalizeH="0" baseline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30" name="TextBox 1129">
            <a:extLst>
              <a:ext uri="{FF2B5EF4-FFF2-40B4-BE49-F238E27FC236}">
                <a16:creationId xmlns:a16="http://schemas.microsoft.com/office/drawing/2014/main" id="{A82290F3-006E-C74B-1C91-E1E7C7D8FEEB}"/>
              </a:ext>
            </a:extLst>
          </p:cNvPr>
          <p:cNvSpPr txBox="1"/>
          <p:nvPr/>
        </p:nvSpPr>
        <p:spPr>
          <a:xfrm>
            <a:off x="5047214" y="3210904"/>
            <a:ext cx="2349975" cy="180425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spAutoFit/>
          </a:bodyPr>
          <a:lstStyle/>
          <a:p>
            <a:pPr algn="r"/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! 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항목명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을 선택해 주세요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pSp>
        <p:nvGrpSpPr>
          <p:cNvPr id="1131" name="그룹 1130">
            <a:extLst>
              <a:ext uri="{FF2B5EF4-FFF2-40B4-BE49-F238E27FC236}">
                <a16:creationId xmlns:a16="http://schemas.microsoft.com/office/drawing/2014/main" id="{6D4921ED-F8C1-1480-8743-6E20FA51FF47}"/>
              </a:ext>
            </a:extLst>
          </p:cNvPr>
          <p:cNvGrpSpPr/>
          <p:nvPr/>
        </p:nvGrpSpPr>
        <p:grpSpPr>
          <a:xfrm>
            <a:off x="4291766" y="3510337"/>
            <a:ext cx="135236" cy="135236"/>
            <a:chOff x="4089078" y="2148350"/>
            <a:chExt cx="135236" cy="135236"/>
          </a:xfrm>
        </p:grpSpPr>
        <p:sp>
          <p:nvSpPr>
            <p:cNvPr id="1132" name="직사각형 1131">
              <a:extLst>
                <a:ext uri="{FF2B5EF4-FFF2-40B4-BE49-F238E27FC236}">
                  <a16:creationId xmlns:a16="http://schemas.microsoft.com/office/drawing/2014/main" id="{7A6AF66B-B6E3-6603-2119-75A8697C7029}"/>
                </a:ext>
              </a:extLst>
            </p:cNvPr>
            <p:cNvSpPr/>
            <p:nvPr/>
          </p:nvSpPr>
          <p:spPr bwMode="auto">
            <a:xfrm>
              <a:off x="4089078" y="2148350"/>
              <a:ext cx="135236" cy="13523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3" name="L 도형 1132">
              <a:extLst>
                <a:ext uri="{FF2B5EF4-FFF2-40B4-BE49-F238E27FC236}">
                  <a16:creationId xmlns:a16="http://schemas.microsoft.com/office/drawing/2014/main" id="{7A5CDA33-757E-F1CA-988D-343C68ED249E}"/>
                </a:ext>
              </a:extLst>
            </p:cNvPr>
            <p:cNvSpPr/>
            <p:nvPr/>
          </p:nvSpPr>
          <p:spPr bwMode="auto">
            <a:xfrm rot="18900000">
              <a:off x="4111446" y="2157598"/>
              <a:ext cx="100820" cy="83478"/>
            </a:xfrm>
            <a:prstGeom prst="corner">
              <a:avLst>
                <a:gd name="adj1" fmla="val 24602"/>
                <a:gd name="adj2" fmla="val 22744"/>
              </a:avLst>
            </a:prstGeom>
            <a:solidFill>
              <a:srgbClr val="000000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i="0" u="none" strike="noStrike" cap="none" normalizeH="0" baseline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CCE6476F-03C8-A7E5-BAF1-6E8859D34C8B}"/>
              </a:ext>
            </a:extLst>
          </p:cNvPr>
          <p:cNvSpPr txBox="1"/>
          <p:nvPr/>
        </p:nvSpPr>
        <p:spPr>
          <a:xfrm>
            <a:off x="1508614" y="2009854"/>
            <a:ext cx="2340000" cy="20719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DB3406E-E72E-94BE-A39E-87D46844526E}"/>
              </a:ext>
            </a:extLst>
          </p:cNvPr>
          <p:cNvSpPr txBox="1"/>
          <p:nvPr/>
        </p:nvSpPr>
        <p:spPr>
          <a:xfrm>
            <a:off x="5220005" y="2009466"/>
            <a:ext cx="2124000" cy="20719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항목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 대한 데이터 인풋 완료된 상태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49EE385-CF13-7164-94F4-035CD7ED9F95}"/>
              </a:ext>
            </a:extLst>
          </p:cNvPr>
          <p:cNvSpPr txBox="1"/>
          <p:nvPr/>
        </p:nvSpPr>
        <p:spPr>
          <a:xfrm>
            <a:off x="2005828" y="2266491"/>
            <a:ext cx="1854771" cy="180425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! 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항목명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$</a:t>
            </a:r>
            <a:r>
              <a:rPr lang="ko-KR" altLang="en-US" sz="700" dirty="0">
                <a:solidFill>
                  <a:srgbClr val="FF0000"/>
                </a:solidFill>
                <a:latin typeface="+mn-ea"/>
                <a:ea typeface="+mn-ea"/>
              </a:rPr>
              <a:t>을 입력해 주세요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3394893-1CC8-3857-2967-B0F3D25A7711}"/>
              </a:ext>
            </a:extLst>
          </p:cNvPr>
          <p:cNvGrpSpPr/>
          <p:nvPr/>
        </p:nvGrpSpPr>
        <p:grpSpPr>
          <a:xfrm rot="5400000" flipH="1">
            <a:off x="665853" y="1116515"/>
            <a:ext cx="230832" cy="251992"/>
            <a:chOff x="4424923" y="1520796"/>
            <a:chExt cx="230832" cy="251992"/>
          </a:xfrm>
        </p:grpSpPr>
        <p:sp>
          <p:nvSpPr>
            <p:cNvPr id="3" name="눈물 방울 2">
              <a:extLst>
                <a:ext uri="{FF2B5EF4-FFF2-40B4-BE49-F238E27FC236}">
                  <a16:creationId xmlns:a16="http://schemas.microsoft.com/office/drawing/2014/main" id="{FE1D132B-5CBE-C851-41DD-F45D9BEAF79D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E625A936-1A56-4DF8-BBD5-315BBEC603BF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115B932-D5F6-4686-9023-62AD9FABF290}"/>
              </a:ext>
            </a:extLst>
          </p:cNvPr>
          <p:cNvGrpSpPr/>
          <p:nvPr/>
        </p:nvGrpSpPr>
        <p:grpSpPr>
          <a:xfrm>
            <a:off x="1961113" y="1432892"/>
            <a:ext cx="251992" cy="230832"/>
            <a:chOff x="4414343" y="1531376"/>
            <a:chExt cx="251992" cy="23083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29F3BECD-100D-7DDC-F620-809EAD3C55D7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4D36EE5E-4B30-B737-5090-7AAB928C9DBC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A24E1EC9-9251-E64C-4FBA-FCD4059A03E8}"/>
              </a:ext>
            </a:extLst>
          </p:cNvPr>
          <p:cNvGrpSpPr/>
          <p:nvPr/>
        </p:nvGrpSpPr>
        <p:grpSpPr>
          <a:xfrm flipH="1">
            <a:off x="5879750" y="1440458"/>
            <a:ext cx="251992" cy="230832"/>
            <a:chOff x="4414343" y="1531376"/>
            <a:chExt cx="251992" cy="23083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A790102C-2D36-300A-83F8-DF454C007869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A314DF66-251F-75BD-189F-E1FA40DFCD7F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E69278EF-7E57-E536-704D-F846A9363E5B}"/>
              </a:ext>
            </a:extLst>
          </p:cNvPr>
          <p:cNvGrpSpPr/>
          <p:nvPr/>
        </p:nvGrpSpPr>
        <p:grpSpPr>
          <a:xfrm flipH="1">
            <a:off x="55983" y="3155058"/>
            <a:ext cx="251992" cy="230832"/>
            <a:chOff x="4414343" y="1531376"/>
            <a:chExt cx="251992" cy="230832"/>
          </a:xfrm>
        </p:grpSpPr>
        <p:sp>
          <p:nvSpPr>
            <p:cNvPr id="25" name="눈물 방울 24">
              <a:extLst>
                <a:ext uri="{FF2B5EF4-FFF2-40B4-BE49-F238E27FC236}">
                  <a16:creationId xmlns:a16="http://schemas.microsoft.com/office/drawing/2014/main" id="{CF65A115-2DCE-4D5A-F8AB-ADD3F08E3352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C7FF8B88-6BF6-D3F2-17DA-810CB38CF64B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5A11F46-742C-DC0C-8A72-C9E86D6288E4}"/>
              </a:ext>
            </a:extLst>
          </p:cNvPr>
          <p:cNvGrpSpPr/>
          <p:nvPr/>
        </p:nvGrpSpPr>
        <p:grpSpPr>
          <a:xfrm flipH="1">
            <a:off x="5911991" y="3156837"/>
            <a:ext cx="314510" cy="230832"/>
            <a:chOff x="4383084" y="1531376"/>
            <a:chExt cx="314510" cy="230832"/>
          </a:xfrm>
        </p:grpSpPr>
        <p:sp>
          <p:nvSpPr>
            <p:cNvPr id="28" name="눈물 방울 27">
              <a:extLst>
                <a:ext uri="{FF2B5EF4-FFF2-40B4-BE49-F238E27FC236}">
                  <a16:creationId xmlns:a16="http://schemas.microsoft.com/office/drawing/2014/main" id="{542C9886-4AC5-B59D-0791-A1057BA158F5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3E66909F-66D9-D80D-04D2-14F409F24B48}"/>
                </a:ext>
              </a:extLst>
            </p:cNvPr>
            <p:cNvSpPr/>
            <p:nvPr/>
          </p:nvSpPr>
          <p:spPr>
            <a:xfrm>
              <a:off x="4383084" y="1531376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ECF07463-FCDF-D5A9-1690-1AABA87AFF12}"/>
              </a:ext>
            </a:extLst>
          </p:cNvPr>
          <p:cNvGrpSpPr/>
          <p:nvPr/>
        </p:nvGrpSpPr>
        <p:grpSpPr>
          <a:xfrm rot="5400000" flipH="1">
            <a:off x="7152089" y="5184468"/>
            <a:ext cx="230832" cy="251992"/>
            <a:chOff x="4424923" y="1520796"/>
            <a:chExt cx="230832" cy="251992"/>
          </a:xfrm>
        </p:grpSpPr>
        <p:sp>
          <p:nvSpPr>
            <p:cNvPr id="31" name="눈물 방울 30">
              <a:extLst>
                <a:ext uri="{FF2B5EF4-FFF2-40B4-BE49-F238E27FC236}">
                  <a16:creationId xmlns:a16="http://schemas.microsoft.com/office/drawing/2014/main" id="{6BB3FAD4-693E-0CA3-E420-5DB6DB8ECAA3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48E74F60-78C7-7245-E156-168799B6D955}"/>
                </a:ext>
              </a:extLst>
            </p:cNvPr>
            <p:cNvSpPr/>
            <p:nvPr/>
          </p:nvSpPr>
          <p:spPr>
            <a:xfrm rot="5400000"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8DAB5128-2F01-F37C-DB27-465E95F113F9}"/>
              </a:ext>
            </a:extLst>
          </p:cNvPr>
          <p:cNvGrpSpPr/>
          <p:nvPr/>
        </p:nvGrpSpPr>
        <p:grpSpPr>
          <a:xfrm rot="5400000" flipH="1">
            <a:off x="5840455" y="5153209"/>
            <a:ext cx="230832" cy="314510"/>
            <a:chOff x="4424923" y="1489537"/>
            <a:chExt cx="230832" cy="314510"/>
          </a:xfrm>
        </p:grpSpPr>
        <p:sp>
          <p:nvSpPr>
            <p:cNvPr id="37" name="눈물 방울 36">
              <a:extLst>
                <a:ext uri="{FF2B5EF4-FFF2-40B4-BE49-F238E27FC236}">
                  <a16:creationId xmlns:a16="http://schemas.microsoft.com/office/drawing/2014/main" id="{52A0CA84-B328-C467-B9F5-D1EB7C1652D1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3C83075D-397D-0443-A3C8-294D568151DB}"/>
                </a:ext>
              </a:extLst>
            </p:cNvPr>
            <p:cNvSpPr/>
            <p:nvPr/>
          </p:nvSpPr>
          <p:spPr>
            <a:xfrm rot="5400000">
              <a:off x="4383084" y="1531376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A143F40D-295A-A485-023B-579FCBC90049}"/>
              </a:ext>
            </a:extLst>
          </p:cNvPr>
          <p:cNvGrpSpPr/>
          <p:nvPr/>
        </p:nvGrpSpPr>
        <p:grpSpPr>
          <a:xfrm rot="5400000" flipH="1">
            <a:off x="1373520" y="5148396"/>
            <a:ext cx="230832" cy="324128"/>
            <a:chOff x="4424926" y="1484725"/>
            <a:chExt cx="230832" cy="324128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882C9C04-1855-033B-F89A-79D47720D49D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1E7A7A85-CFFA-FA1E-4DBE-03C3A3D5DD66}"/>
                </a:ext>
              </a:extLst>
            </p:cNvPr>
            <p:cNvSpPr/>
            <p:nvPr/>
          </p:nvSpPr>
          <p:spPr>
            <a:xfrm rot="5400000">
              <a:off x="4378278" y="1531373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834A8A98-666F-1A9B-A20E-414FE7AB9687}"/>
              </a:ext>
            </a:extLst>
          </p:cNvPr>
          <p:cNvGrpSpPr/>
          <p:nvPr/>
        </p:nvGrpSpPr>
        <p:grpSpPr>
          <a:xfrm rot="5400000">
            <a:off x="6935439" y="5147599"/>
            <a:ext cx="230832" cy="325730"/>
            <a:chOff x="6369092" y="6069250"/>
            <a:chExt cx="230832" cy="325730"/>
          </a:xfrm>
        </p:grpSpPr>
        <p:sp>
          <p:nvSpPr>
            <p:cNvPr id="45" name="눈물 방울 44">
              <a:extLst>
                <a:ext uri="{FF2B5EF4-FFF2-40B4-BE49-F238E27FC236}">
                  <a16:creationId xmlns:a16="http://schemas.microsoft.com/office/drawing/2014/main" id="{9E07059F-3B26-24C3-2A75-33567C4A8326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DBC62641-0103-859C-E016-2710CD4FD915}"/>
                </a:ext>
              </a:extLst>
            </p:cNvPr>
            <p:cNvSpPr/>
            <p:nvPr/>
          </p:nvSpPr>
          <p:spPr>
            <a:xfrm rot="16200000" flipH="1">
              <a:off x="6321643" y="6116699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BCC3905-B295-4A74-6400-92F8B6831892}"/>
              </a:ext>
            </a:extLst>
          </p:cNvPr>
          <p:cNvGrpSpPr/>
          <p:nvPr/>
        </p:nvGrpSpPr>
        <p:grpSpPr>
          <a:xfrm rot="5400000">
            <a:off x="5633710" y="5147599"/>
            <a:ext cx="230832" cy="325730"/>
            <a:chOff x="6369092" y="6069250"/>
            <a:chExt cx="230832" cy="325730"/>
          </a:xfrm>
        </p:grpSpPr>
        <p:sp>
          <p:nvSpPr>
            <p:cNvPr id="48" name="눈물 방울 47">
              <a:extLst>
                <a:ext uri="{FF2B5EF4-FFF2-40B4-BE49-F238E27FC236}">
                  <a16:creationId xmlns:a16="http://schemas.microsoft.com/office/drawing/2014/main" id="{B0376D39-9CC1-1A0C-A525-13EBDC93D4CA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045BD247-AE03-2A47-CFE8-06702DF66DFC}"/>
                </a:ext>
              </a:extLst>
            </p:cNvPr>
            <p:cNvSpPr/>
            <p:nvPr/>
          </p:nvSpPr>
          <p:spPr>
            <a:xfrm rot="16200000" flipH="1">
              <a:off x="6321643" y="6116699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E2EC0B8-AEC8-BEE3-4ADD-63A89E80E8DD}"/>
              </a:ext>
            </a:extLst>
          </p:cNvPr>
          <p:cNvGrpSpPr/>
          <p:nvPr/>
        </p:nvGrpSpPr>
        <p:grpSpPr>
          <a:xfrm rot="5400000">
            <a:off x="1159249" y="5147599"/>
            <a:ext cx="230832" cy="325730"/>
            <a:chOff x="6369092" y="6069250"/>
            <a:chExt cx="230832" cy="325730"/>
          </a:xfrm>
        </p:grpSpPr>
        <p:sp>
          <p:nvSpPr>
            <p:cNvPr id="51" name="눈물 방울 50">
              <a:extLst>
                <a:ext uri="{FF2B5EF4-FFF2-40B4-BE49-F238E27FC236}">
                  <a16:creationId xmlns:a16="http://schemas.microsoft.com/office/drawing/2014/main" id="{795BB013-620A-5A6F-E6C1-4C76C3337903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B145BDC0-6B8A-816E-73FE-37E4FA0EFA40}"/>
                </a:ext>
              </a:extLst>
            </p:cNvPr>
            <p:cNvSpPr/>
            <p:nvPr/>
          </p:nvSpPr>
          <p:spPr>
            <a:xfrm rot="16200000" flipH="1">
              <a:off x="6321643" y="6116699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C3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B702EFEE-B0EE-AB13-CECA-AA695F08C5E5}"/>
              </a:ext>
            </a:extLst>
          </p:cNvPr>
          <p:cNvGrpSpPr/>
          <p:nvPr/>
        </p:nvGrpSpPr>
        <p:grpSpPr>
          <a:xfrm rot="5400000">
            <a:off x="6724218" y="5143593"/>
            <a:ext cx="230832" cy="333746"/>
            <a:chOff x="6369093" y="6065243"/>
            <a:chExt cx="230832" cy="333746"/>
          </a:xfrm>
        </p:grpSpPr>
        <p:sp>
          <p:nvSpPr>
            <p:cNvPr id="57" name="눈물 방울 56">
              <a:extLst>
                <a:ext uri="{FF2B5EF4-FFF2-40B4-BE49-F238E27FC236}">
                  <a16:creationId xmlns:a16="http://schemas.microsoft.com/office/drawing/2014/main" id="{7A210DEF-E097-45AE-FDDA-EA3A484ED2CA}"/>
                </a:ext>
              </a:extLst>
            </p:cNvPr>
            <p:cNvSpPr/>
            <p:nvPr/>
          </p:nvSpPr>
          <p:spPr>
            <a:xfrm rot="81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E5596560-3079-BE6F-1199-9CB19BB2DD02}"/>
                </a:ext>
              </a:extLst>
            </p:cNvPr>
            <p:cNvSpPr/>
            <p:nvPr/>
          </p:nvSpPr>
          <p:spPr>
            <a:xfrm rot="16200000" flipH="1">
              <a:off x="6317636" y="6116700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3A00EC4C-3F1F-31F5-5A56-37D1B20D0E6F}"/>
              </a:ext>
            </a:extLst>
          </p:cNvPr>
          <p:cNvSpPr txBox="1"/>
          <p:nvPr/>
        </p:nvSpPr>
        <p:spPr>
          <a:xfrm>
            <a:off x="307972" y="4379037"/>
            <a:ext cx="2033176" cy="2419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</a:t>
            </a:r>
            <a:r>
              <a:rPr lang="en-US" altLang="ko-KR" sz="1100" b="1" dirty="0">
                <a:latin typeface="+mn-ea"/>
                <a:ea typeface="+mn-ea"/>
              </a:rPr>
              <a:t>Sub Title</a:t>
            </a:r>
            <a:r>
              <a:rPr lang="ko-KR" altLang="en-US" sz="1100" b="1" dirty="0">
                <a:latin typeface="+mn-ea"/>
                <a:ea typeface="+mn-ea"/>
              </a:rPr>
              <a:t> </a:t>
            </a:r>
            <a:r>
              <a:rPr lang="en-US" altLang="ko-KR" sz="1100" b="1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11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dd Message….</a:t>
            </a:r>
            <a:endParaRPr kumimoji="1" lang="ko-KR" altLang="en-US" sz="11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3B80651-081C-5FEE-9022-5EE5801B24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9243109"/>
              </p:ext>
            </p:extLst>
          </p:nvPr>
        </p:nvGraphicFramePr>
        <p:xfrm>
          <a:off x="307971" y="4665972"/>
          <a:ext cx="7092953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534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57606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타이틀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290422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4B4A8BFB-0C1F-3E45-8B2F-8D7E6052073D}"/>
              </a:ext>
            </a:extLst>
          </p:cNvPr>
          <p:cNvSpPr/>
          <p:nvPr/>
        </p:nvSpPr>
        <p:spPr bwMode="auto">
          <a:xfrm>
            <a:off x="6660277" y="4433812"/>
            <a:ext cx="148760" cy="14876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465368" tIns="66481" rIns="132962" bIns="66481" numCol="1" rtlCol="0" anchor="ctr" anchorCtr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없음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356ABFED-282B-170A-7433-DC0C8950446C}"/>
              </a:ext>
            </a:extLst>
          </p:cNvPr>
          <p:cNvGrpSpPr/>
          <p:nvPr/>
        </p:nvGrpSpPr>
        <p:grpSpPr>
          <a:xfrm flipH="1">
            <a:off x="6386386" y="4408636"/>
            <a:ext cx="251992" cy="230832"/>
            <a:chOff x="4414343" y="1531376"/>
            <a:chExt cx="251992" cy="23083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7735FA47-11D4-789E-0AE6-08F2098C7963}"/>
                </a:ext>
              </a:extLst>
            </p:cNvPr>
            <p:cNvSpPr/>
            <p:nvPr/>
          </p:nvSpPr>
          <p:spPr>
            <a:xfrm rot="13500000">
              <a:off x="4450339" y="1556792"/>
              <a:ext cx="180000" cy="180000"/>
            </a:xfrm>
            <a:prstGeom prst="teardrop">
              <a:avLst/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ADA1D7C-F07A-0450-A9A4-D4B171A7B819}"/>
                </a:ext>
              </a:extLst>
            </p:cNvPr>
            <p:cNvSpPr/>
            <p:nvPr/>
          </p:nvSpPr>
          <p:spPr>
            <a:xfrm>
              <a:off x="4414343" y="1531376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9883D13E-70DC-E0A6-3005-4D7C26786931}"/>
              </a:ext>
            </a:extLst>
          </p:cNvPr>
          <p:cNvSpPr txBox="1"/>
          <p:nvPr/>
        </p:nvSpPr>
        <p:spPr>
          <a:xfrm>
            <a:off x="1492499" y="4705526"/>
            <a:ext cx="5857200" cy="20826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90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456A8A2-CB10-C599-46F7-BDFB5AB5F5C7}"/>
              </a:ext>
            </a:extLst>
          </p:cNvPr>
          <p:cNvSpPr txBox="1"/>
          <p:nvPr/>
        </p:nvSpPr>
        <p:spPr>
          <a:xfrm>
            <a:off x="1420969" y="4880485"/>
            <a:ext cx="602830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algn="l"/>
            <a:r>
              <a:rPr lang="en-US" altLang="ko-KR" sz="800" dirty="0">
                <a:solidFill>
                  <a:schemeClr val="tx1">
                    <a:lumMod val="50000"/>
                  </a:schemeClr>
                </a:solidFill>
                <a:latin typeface="+mn-ea"/>
                <a:ea typeface="+mn-ea"/>
              </a:rPr>
              <a:t>0 / 60</a:t>
            </a:r>
            <a:r>
              <a:rPr lang="ko-KR" altLang="en-US" sz="800" dirty="0">
                <a:solidFill>
                  <a:schemeClr val="tx1">
                    <a:lumMod val="50000"/>
                  </a:schemeClr>
                </a:solidFill>
                <a:latin typeface="+mn-ea"/>
                <a:ea typeface="+mn-ea"/>
              </a:rPr>
              <a:t>자</a:t>
            </a: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F4F0F62-A68D-72A5-1EE5-50FBC94D021D}"/>
              </a:ext>
            </a:extLst>
          </p:cNvPr>
          <p:cNvGrpSpPr/>
          <p:nvPr/>
        </p:nvGrpSpPr>
        <p:grpSpPr>
          <a:xfrm>
            <a:off x="309940" y="593725"/>
            <a:ext cx="7091638" cy="288147"/>
            <a:chOff x="309940" y="593725"/>
            <a:chExt cx="7091638" cy="288147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CFF339A-F95D-E5ED-E0A4-24FCDAD9F11B}"/>
                </a:ext>
              </a:extLst>
            </p:cNvPr>
            <p:cNvSpPr txBox="1"/>
            <p:nvPr/>
          </p:nvSpPr>
          <p:spPr>
            <a:xfrm>
              <a:off x="309940" y="593725"/>
              <a:ext cx="1279765" cy="288147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2depth </a:t>
              </a:r>
              <a:r>
                <a:rPr kumimoji="1" lang="ko-KR" alt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메뉴명</a:t>
              </a:r>
              <a:endPara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30C673E-8F1E-DF24-96AF-72021F170B68}"/>
                </a:ext>
              </a:extLst>
            </p:cNvPr>
            <p:cNvSpPr txBox="1"/>
            <p:nvPr/>
          </p:nvSpPr>
          <p:spPr>
            <a:xfrm>
              <a:off x="5269565" y="639891"/>
              <a:ext cx="2132013" cy="19581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algn="r"/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1depth </a:t>
              </a:r>
              <a:r>
                <a:rPr kumimoji="1" lang="ko-KR" altLang="en-US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메뉴명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&gt; 2depth </a:t>
              </a: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메뉴명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50433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수정화면 정의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어드민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256004"/>
              </p:ext>
            </p:extLst>
          </p:nvPr>
        </p:nvGraphicFramePr>
        <p:xfrm>
          <a:off x="7562672" y="283032"/>
          <a:ext cx="2307098" cy="1831266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버튼 선택 시 탐색기를 실행하여 이미지 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버튼 선택 시 탐색기를 실행하여 음성파일을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930424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등록된 파일명을 확장자와 함께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935570"/>
                  </a:ext>
                </a:extLst>
              </a:tr>
              <a:tr h="2185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등록된 파일명을 선택 시 새창으로 해당 파일을 열람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또는 다운로드 처리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58303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62419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9A30EC2-829B-E4FB-C7CC-B76F1F6014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3529175"/>
              </p:ext>
            </p:extLst>
          </p:nvPr>
        </p:nvGraphicFramePr>
        <p:xfrm>
          <a:off x="307975" y="1059281"/>
          <a:ext cx="7092950" cy="5402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368737"/>
                  </a:ext>
                </a:extLst>
              </a:tr>
            </a:tbl>
          </a:graphicData>
        </a:graphic>
      </p:graphicFrame>
      <p:grpSp>
        <p:nvGrpSpPr>
          <p:cNvPr id="1120" name="그룹 1119">
            <a:extLst>
              <a:ext uri="{FF2B5EF4-FFF2-40B4-BE49-F238E27FC236}">
                <a16:creationId xmlns:a16="http://schemas.microsoft.com/office/drawing/2014/main" id="{27E96817-DADA-1696-681F-A92CB7963CDD}"/>
              </a:ext>
            </a:extLst>
          </p:cNvPr>
          <p:cNvGrpSpPr/>
          <p:nvPr/>
        </p:nvGrpSpPr>
        <p:grpSpPr>
          <a:xfrm>
            <a:off x="1505880" y="1346639"/>
            <a:ext cx="3465263" cy="219602"/>
            <a:chOff x="1509100" y="1278824"/>
            <a:chExt cx="3465263" cy="219602"/>
          </a:xfrm>
        </p:grpSpPr>
        <p:sp>
          <p:nvSpPr>
            <p:cNvPr id="1121" name="직사각형 1120">
              <a:extLst>
                <a:ext uri="{FF2B5EF4-FFF2-40B4-BE49-F238E27FC236}">
                  <a16:creationId xmlns:a16="http://schemas.microsoft.com/office/drawing/2014/main" id="{D1FA3992-E344-3F13-B902-7863A5F5F34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2" name="TextBox 1121">
              <a:extLst>
                <a:ext uri="{FF2B5EF4-FFF2-40B4-BE49-F238E27FC236}">
                  <a16:creationId xmlns:a16="http://schemas.microsoft.com/office/drawing/2014/main" id="{CB918124-A2B5-9189-4663-0A9EEC7DBE3A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BC8C1E89-B6BC-B437-0D75-31013543C280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1124" name="직사각형 1123">
                <a:extLst>
                  <a:ext uri="{FF2B5EF4-FFF2-40B4-BE49-F238E27FC236}">
                    <a16:creationId xmlns:a16="http://schemas.microsoft.com/office/drawing/2014/main" id="{47D74677-BF88-92BA-1143-2925F5AD22D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125" name="그림 1124">
                <a:extLst>
                  <a:ext uri="{FF2B5EF4-FFF2-40B4-BE49-F238E27FC236}">
                    <a16:creationId xmlns:a16="http://schemas.microsoft.com/office/drawing/2014/main" id="{8B4B6D29-AD1C-6557-75C0-4FBDB41A4A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1126" name="그룹 1125">
            <a:extLst>
              <a:ext uri="{FF2B5EF4-FFF2-40B4-BE49-F238E27FC236}">
                <a16:creationId xmlns:a16="http://schemas.microsoft.com/office/drawing/2014/main" id="{CAC5FFEE-EC31-AABD-45A6-B17000CA920C}"/>
              </a:ext>
            </a:extLst>
          </p:cNvPr>
          <p:cNvGrpSpPr/>
          <p:nvPr/>
        </p:nvGrpSpPr>
        <p:grpSpPr>
          <a:xfrm>
            <a:off x="1505880" y="1085764"/>
            <a:ext cx="3760559" cy="227895"/>
            <a:chOff x="2766496" y="4254336"/>
            <a:chExt cx="3760559" cy="227895"/>
          </a:xfrm>
        </p:grpSpPr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90ABC2C2-E651-84AB-7795-8D765EE18869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128" name="그룹 1127">
              <a:extLst>
                <a:ext uri="{FF2B5EF4-FFF2-40B4-BE49-F238E27FC236}">
                  <a16:creationId xmlns:a16="http://schemas.microsoft.com/office/drawing/2014/main" id="{AB082A55-7883-3424-C635-A02A0CB9D6EF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1135" name="직사각형 1134">
                <a:extLst>
                  <a:ext uri="{FF2B5EF4-FFF2-40B4-BE49-F238E27FC236}">
                    <a16:creationId xmlns:a16="http://schemas.microsoft.com/office/drawing/2014/main" id="{4D158CBC-788A-5EE1-B426-8C24E248C37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136" name="그림 1135">
                <a:extLst>
                  <a:ext uri="{FF2B5EF4-FFF2-40B4-BE49-F238E27FC236}">
                    <a16:creationId xmlns:a16="http://schemas.microsoft.com/office/drawing/2014/main" id="{033DDAA8-D146-7817-A70C-E3630E4248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134" name="직사각형 1133">
              <a:extLst>
                <a:ext uri="{FF2B5EF4-FFF2-40B4-BE49-F238E27FC236}">
                  <a16:creationId xmlns:a16="http://schemas.microsoft.com/office/drawing/2014/main" id="{9D661446-04D2-ED3D-855B-48110E9D9CD8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137" name="그룹 1136">
            <a:extLst>
              <a:ext uri="{FF2B5EF4-FFF2-40B4-BE49-F238E27FC236}">
                <a16:creationId xmlns:a16="http://schemas.microsoft.com/office/drawing/2014/main" id="{F8F3DD77-0406-745A-E8ED-A945F09F2579}"/>
              </a:ext>
            </a:extLst>
          </p:cNvPr>
          <p:cNvGrpSpPr/>
          <p:nvPr/>
        </p:nvGrpSpPr>
        <p:grpSpPr>
          <a:xfrm rot="5400000" flipH="1">
            <a:off x="66563" y="1080895"/>
            <a:ext cx="230832" cy="251992"/>
            <a:chOff x="4437623" y="2066810"/>
            <a:chExt cx="230832" cy="251992"/>
          </a:xfrm>
        </p:grpSpPr>
        <p:sp>
          <p:nvSpPr>
            <p:cNvPr id="1138" name="눈물 방울 1137">
              <a:extLst>
                <a:ext uri="{FF2B5EF4-FFF2-40B4-BE49-F238E27FC236}">
                  <a16:creationId xmlns:a16="http://schemas.microsoft.com/office/drawing/2014/main" id="{AA5CD97F-3B4B-6C5A-E728-A2F60AAD7E6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39" name="직사각형 1138">
              <a:extLst>
                <a:ext uri="{FF2B5EF4-FFF2-40B4-BE49-F238E27FC236}">
                  <a16:creationId xmlns:a16="http://schemas.microsoft.com/office/drawing/2014/main" id="{39CDA780-B515-8500-45C5-A146F781FA1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40" name="그룹 1139">
            <a:extLst>
              <a:ext uri="{FF2B5EF4-FFF2-40B4-BE49-F238E27FC236}">
                <a16:creationId xmlns:a16="http://schemas.microsoft.com/office/drawing/2014/main" id="{A3CA20F2-478B-E2DC-20CA-801229444902}"/>
              </a:ext>
            </a:extLst>
          </p:cNvPr>
          <p:cNvGrpSpPr/>
          <p:nvPr/>
        </p:nvGrpSpPr>
        <p:grpSpPr>
          <a:xfrm rot="5400000" flipH="1">
            <a:off x="66563" y="1332348"/>
            <a:ext cx="230832" cy="251992"/>
            <a:chOff x="4437623" y="2066810"/>
            <a:chExt cx="230832" cy="251992"/>
          </a:xfrm>
        </p:grpSpPr>
        <p:sp>
          <p:nvSpPr>
            <p:cNvPr id="1141" name="눈물 방울 1140">
              <a:extLst>
                <a:ext uri="{FF2B5EF4-FFF2-40B4-BE49-F238E27FC236}">
                  <a16:creationId xmlns:a16="http://schemas.microsoft.com/office/drawing/2014/main" id="{B00C1970-AD9D-CE80-2822-6E7FE87C370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42" name="직사각형 1141">
              <a:extLst>
                <a:ext uri="{FF2B5EF4-FFF2-40B4-BE49-F238E27FC236}">
                  <a16:creationId xmlns:a16="http://schemas.microsoft.com/office/drawing/2014/main" id="{C383B911-56FC-1FE3-CEA3-196FCB8C8CA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43" name="그룹 1142">
            <a:extLst>
              <a:ext uri="{FF2B5EF4-FFF2-40B4-BE49-F238E27FC236}">
                <a16:creationId xmlns:a16="http://schemas.microsoft.com/office/drawing/2014/main" id="{F6774315-0704-30C8-E9A0-F4AC50FB0AA6}"/>
              </a:ext>
            </a:extLst>
          </p:cNvPr>
          <p:cNvGrpSpPr/>
          <p:nvPr/>
        </p:nvGrpSpPr>
        <p:grpSpPr>
          <a:xfrm rot="5400000" flipH="1">
            <a:off x="5406846" y="1087635"/>
            <a:ext cx="230832" cy="251992"/>
            <a:chOff x="4437624" y="2066809"/>
            <a:chExt cx="230832" cy="251992"/>
          </a:xfrm>
        </p:grpSpPr>
        <p:sp>
          <p:nvSpPr>
            <p:cNvPr id="1144" name="눈물 방울 1143">
              <a:extLst>
                <a:ext uri="{FF2B5EF4-FFF2-40B4-BE49-F238E27FC236}">
                  <a16:creationId xmlns:a16="http://schemas.microsoft.com/office/drawing/2014/main" id="{96F92F4E-32B2-2306-728A-39B16346720B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45" name="직사각형 1144">
              <a:extLst>
                <a:ext uri="{FF2B5EF4-FFF2-40B4-BE49-F238E27FC236}">
                  <a16:creationId xmlns:a16="http://schemas.microsoft.com/office/drawing/2014/main" id="{A19A1A78-6565-129A-CB28-847119C6A630}"/>
                </a:ext>
              </a:extLst>
            </p:cNvPr>
            <p:cNvSpPr/>
            <p:nvPr/>
          </p:nvSpPr>
          <p:spPr>
            <a:xfrm rot="5400000">
              <a:off x="4427044" y="2077389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46" name="직사각형 1145">
            <a:extLst>
              <a:ext uri="{FF2B5EF4-FFF2-40B4-BE49-F238E27FC236}">
                <a16:creationId xmlns:a16="http://schemas.microsoft.com/office/drawing/2014/main" id="{2C42AB47-183D-06CC-BDB1-D925468CBEDB}"/>
              </a:ext>
            </a:extLst>
          </p:cNvPr>
          <p:cNvSpPr/>
          <p:nvPr/>
        </p:nvSpPr>
        <p:spPr>
          <a:xfrm>
            <a:off x="4222337" y="1033154"/>
            <a:ext cx="1107731" cy="326417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aphicFrame>
        <p:nvGraphicFramePr>
          <p:cNvPr id="1147" name="표 1146">
            <a:extLst>
              <a:ext uri="{FF2B5EF4-FFF2-40B4-BE49-F238E27FC236}">
                <a16:creationId xmlns:a16="http://schemas.microsoft.com/office/drawing/2014/main" id="{F1D463C4-485E-D833-B401-1AC15B982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311218"/>
              </p:ext>
            </p:extLst>
          </p:nvPr>
        </p:nvGraphicFramePr>
        <p:xfrm>
          <a:off x="307975" y="2105652"/>
          <a:ext cx="7092950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3103577039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28527294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콘텐츠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/>
                          </a:solidFill>
                        </a:rPr>
                        <a:t>file.pdf</a:t>
                      </a:r>
                      <a:r>
                        <a:rPr lang="en-US" altLang="ko-KR" sz="900" u="sng"/>
                        <a:t>1.pdf</a:t>
                      </a:r>
                      <a:endParaRPr lang="ko-KR" altLang="en-US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9049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ko-KR" altLang="en-US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731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ko-KR" altLang="en-US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7634626"/>
                  </a:ext>
                </a:extLst>
              </a:tr>
            </a:tbl>
          </a:graphicData>
        </a:graphic>
      </p:graphicFrame>
      <p:grpSp>
        <p:nvGrpSpPr>
          <p:cNvPr id="1148" name="그룹 1147">
            <a:extLst>
              <a:ext uri="{FF2B5EF4-FFF2-40B4-BE49-F238E27FC236}">
                <a16:creationId xmlns:a16="http://schemas.microsoft.com/office/drawing/2014/main" id="{A8A9E64C-9F86-9609-1E95-C0F22D8DE320}"/>
              </a:ext>
            </a:extLst>
          </p:cNvPr>
          <p:cNvGrpSpPr/>
          <p:nvPr/>
        </p:nvGrpSpPr>
        <p:grpSpPr>
          <a:xfrm rot="5400000" flipH="1">
            <a:off x="66563" y="2095072"/>
            <a:ext cx="230832" cy="251992"/>
            <a:chOff x="4437623" y="2066810"/>
            <a:chExt cx="230832" cy="251992"/>
          </a:xfrm>
        </p:grpSpPr>
        <p:sp>
          <p:nvSpPr>
            <p:cNvPr id="1149" name="눈물 방울 1148">
              <a:extLst>
                <a:ext uri="{FF2B5EF4-FFF2-40B4-BE49-F238E27FC236}">
                  <a16:creationId xmlns:a16="http://schemas.microsoft.com/office/drawing/2014/main" id="{7EFA5A8D-A730-9A64-D1B8-F7AACC9734A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50" name="직사각형 1149">
              <a:extLst>
                <a:ext uri="{FF2B5EF4-FFF2-40B4-BE49-F238E27FC236}">
                  <a16:creationId xmlns:a16="http://schemas.microsoft.com/office/drawing/2014/main" id="{EFCA005C-A5C8-6CE6-74B3-77857CCAF0F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402712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도서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53974663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2241198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5677743"/>
              </p:ext>
            </p:extLst>
          </p:nvPr>
        </p:nvGraphicFramePr>
        <p:xfrm>
          <a:off x="7562672" y="283032"/>
          <a:ext cx="2307098" cy="2140326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이북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_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신규 데이터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_view)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615846"/>
              </p:ext>
            </p:extLst>
          </p:nvPr>
        </p:nvGraphicFramePr>
        <p:xfrm>
          <a:off x="307973" y="3290499"/>
          <a:ext cx="7092952" cy="2973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085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83309">
                  <a:extLst>
                    <a:ext uri="{9D8B030D-6E8A-4147-A177-3AD203B41FA5}">
                      <a16:colId xmlns:a16="http://schemas.microsoft.com/office/drawing/2014/main" val="3829153603"/>
                    </a:ext>
                  </a:extLst>
                </a:gridCol>
                <a:gridCol w="653117">
                  <a:extLst>
                    <a:ext uri="{9D8B030D-6E8A-4147-A177-3AD203B41FA5}">
                      <a16:colId xmlns:a16="http://schemas.microsoft.com/office/drawing/2014/main" val="159778295"/>
                    </a:ext>
                  </a:extLst>
                </a:gridCol>
                <a:gridCol w="1019911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603134">
                  <a:extLst>
                    <a:ext uri="{9D8B030D-6E8A-4147-A177-3AD203B41FA5}">
                      <a16:colId xmlns:a16="http://schemas.microsoft.com/office/drawing/2014/main" val="733398123"/>
                    </a:ext>
                  </a:extLst>
                </a:gridCol>
                <a:gridCol w="915025">
                  <a:extLst>
                    <a:ext uri="{9D8B030D-6E8A-4147-A177-3AD203B41FA5}">
                      <a16:colId xmlns:a16="http://schemas.microsoft.com/office/drawing/2014/main" val="4136201565"/>
                    </a:ext>
                  </a:extLst>
                </a:gridCol>
                <a:gridCol w="696685">
                  <a:extLst>
                    <a:ext uri="{9D8B030D-6E8A-4147-A177-3AD203B41FA5}">
                      <a16:colId xmlns:a16="http://schemas.microsoft.com/office/drawing/2014/main" val="1072282728"/>
                    </a:ext>
                  </a:extLst>
                </a:gridCol>
                <a:gridCol w="461555">
                  <a:extLst>
                    <a:ext uri="{9D8B030D-6E8A-4147-A177-3AD203B41FA5}">
                      <a16:colId xmlns:a16="http://schemas.microsoft.com/office/drawing/2014/main" val="3831431223"/>
                    </a:ext>
                  </a:extLst>
                </a:gridCol>
                <a:gridCol w="530595">
                  <a:extLst>
                    <a:ext uri="{9D8B030D-6E8A-4147-A177-3AD203B41FA5}">
                      <a16:colId xmlns:a16="http://schemas.microsoft.com/office/drawing/2014/main" val="3396479242"/>
                    </a:ext>
                  </a:extLst>
                </a:gridCol>
                <a:gridCol w="709382">
                  <a:extLst>
                    <a:ext uri="{9D8B030D-6E8A-4147-A177-3AD203B41FA5}">
                      <a16:colId xmlns:a16="http://schemas.microsoft.com/office/drawing/2014/main" val="3801979008"/>
                    </a:ext>
                  </a:extLst>
                </a:gridCol>
                <a:gridCol w="709382">
                  <a:extLst>
                    <a:ext uri="{9D8B030D-6E8A-4147-A177-3AD203B41FA5}">
                      <a16:colId xmlns:a16="http://schemas.microsoft.com/office/drawing/2014/main" val="1762001549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지식정보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 그리고 우리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이미도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STEP2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연계도서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감성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우리가 살아가는 세상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김우진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창의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STEP3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나를 표현하는 방법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홍익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감성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STEP4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옛이야기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세상을 움직이는 방법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김대영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1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연계도서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지식정보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우리가 살아가는 세상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이나라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STEP2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나를 표현하는 방법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정진영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창의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3053104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47561" y="5505749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6499134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943741"/>
              </p:ext>
            </p:extLst>
          </p:nvPr>
        </p:nvGraphicFramePr>
        <p:xfrm>
          <a:off x="307974" y="1058092"/>
          <a:ext cx="7093604" cy="183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서비스 분류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BOOK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57401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이북 제목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대주제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101243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012705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487B5888-3F23-0E43-E431-955F22104A9C}"/>
              </a:ext>
            </a:extLst>
          </p:cNvPr>
          <p:cNvSpPr txBox="1"/>
          <p:nvPr/>
        </p:nvSpPr>
        <p:spPr>
          <a:xfrm>
            <a:off x="1399574" y="1871904"/>
            <a:ext cx="4577363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2598586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644369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644369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9821049"/>
              </p:ext>
            </p:extLst>
          </p:nvPr>
        </p:nvGraphicFramePr>
        <p:xfrm>
          <a:off x="3109528" y="637313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B26AED47-FDDB-6480-D6FC-2B295014BB55}"/>
              </a:ext>
            </a:extLst>
          </p:cNvPr>
          <p:cNvGrpSpPr/>
          <p:nvPr/>
        </p:nvGrpSpPr>
        <p:grpSpPr>
          <a:xfrm>
            <a:off x="4684824" y="1158465"/>
            <a:ext cx="1276895" cy="182240"/>
            <a:chOff x="5720375" y="2134256"/>
            <a:chExt cx="1276895" cy="182240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E24ACF32-AFDF-97A1-8A1D-9E8171DE183B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062BC642-A7D4-B16D-BE9C-7FFE488B1FDF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4B61AFE-89C2-310D-EFD6-17DC51E1C1FB}"/>
              </a:ext>
            </a:extLst>
          </p:cNvPr>
          <p:cNvSpPr/>
          <p:nvPr/>
        </p:nvSpPr>
        <p:spPr>
          <a:xfrm>
            <a:off x="1399575" y="2596447"/>
            <a:ext cx="1276895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7C07612-952B-5A8C-2C79-206829D15F33}"/>
              </a:ext>
            </a:extLst>
          </p:cNvPr>
          <p:cNvSpPr txBox="1"/>
          <p:nvPr/>
        </p:nvSpPr>
        <p:spPr>
          <a:xfrm>
            <a:off x="3508100" y="2264436"/>
            <a:ext cx="51513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IB </a:t>
            </a:r>
            <a:r>
              <a:rPr lang="ko-KR" altLang="en-US" sz="800" b="1">
                <a:latin typeface="+mn-ea"/>
                <a:ea typeface="+mn-ea"/>
              </a:rPr>
              <a:t>소주제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F7768EB-7635-1E7C-705E-EDAB90E0CEDF}"/>
              </a:ext>
            </a:extLst>
          </p:cNvPr>
          <p:cNvGrpSpPr/>
          <p:nvPr/>
        </p:nvGrpSpPr>
        <p:grpSpPr>
          <a:xfrm>
            <a:off x="1399575" y="2246038"/>
            <a:ext cx="1924650" cy="182240"/>
            <a:chOff x="5720375" y="2134256"/>
            <a:chExt cx="1924650" cy="182240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6A373A73-D452-3D21-F30D-8927B0F71051}"/>
                </a:ext>
              </a:extLst>
            </p:cNvPr>
            <p:cNvSpPr/>
            <p:nvPr/>
          </p:nvSpPr>
          <p:spPr>
            <a:xfrm>
              <a:off x="5720375" y="2134256"/>
              <a:ext cx="1924650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이등변 삼각형 29">
              <a:extLst>
                <a:ext uri="{FF2B5EF4-FFF2-40B4-BE49-F238E27FC236}">
                  <a16:creationId xmlns:a16="http://schemas.microsoft.com/office/drawing/2014/main" id="{54FF7E27-DE2A-11E6-965F-4C36A93B148B}"/>
                </a:ext>
              </a:extLst>
            </p:cNvPr>
            <p:cNvSpPr/>
            <p:nvPr/>
          </p:nvSpPr>
          <p:spPr>
            <a:xfrm flipH="1" flipV="1">
              <a:off x="7471284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1BBC7E-E79F-30D6-29F0-69C5D00FABEC}"/>
              </a:ext>
            </a:extLst>
          </p:cNvPr>
          <p:cNvGrpSpPr/>
          <p:nvPr/>
        </p:nvGrpSpPr>
        <p:grpSpPr>
          <a:xfrm>
            <a:off x="4108864" y="2252346"/>
            <a:ext cx="1868074" cy="182240"/>
            <a:chOff x="5720375" y="2134256"/>
            <a:chExt cx="1868074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A74A4AD-3072-8D80-EB88-7479FFFE3CC1}"/>
                </a:ext>
              </a:extLst>
            </p:cNvPr>
            <p:cNvSpPr/>
            <p:nvPr/>
          </p:nvSpPr>
          <p:spPr>
            <a:xfrm>
              <a:off x="5720375" y="2134256"/>
              <a:ext cx="1868074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51D5EC89-8892-F32D-2F87-3B33A382502C}"/>
                </a:ext>
              </a:extLst>
            </p:cNvPr>
            <p:cNvSpPr/>
            <p:nvPr/>
          </p:nvSpPr>
          <p:spPr>
            <a:xfrm flipH="1" flipV="1">
              <a:off x="744488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B5A0D04E-A295-B488-78DC-CF30DCC043CA}"/>
              </a:ext>
            </a:extLst>
          </p:cNvPr>
          <p:cNvGrpSpPr/>
          <p:nvPr/>
        </p:nvGrpSpPr>
        <p:grpSpPr>
          <a:xfrm>
            <a:off x="1399574" y="1500434"/>
            <a:ext cx="1276895" cy="182240"/>
            <a:chOff x="5720375" y="2134256"/>
            <a:chExt cx="1276895" cy="182240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813AD3A-FA05-6F2B-2D40-85E3B48D173F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이등변 삼각형 37">
              <a:extLst>
                <a:ext uri="{FF2B5EF4-FFF2-40B4-BE49-F238E27FC236}">
                  <a16:creationId xmlns:a16="http://schemas.microsoft.com/office/drawing/2014/main" id="{46FECA97-F888-5C59-EB1E-4DAE9757F498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527413B-0EE7-BED6-E656-09AD89964912}"/>
              </a:ext>
            </a:extLst>
          </p:cNvPr>
          <p:cNvGrpSpPr/>
          <p:nvPr/>
        </p:nvGrpSpPr>
        <p:grpSpPr>
          <a:xfrm>
            <a:off x="4695387" y="1490063"/>
            <a:ext cx="1276895" cy="182240"/>
            <a:chOff x="5720375" y="2134256"/>
            <a:chExt cx="1276895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CC806F3-0865-DD36-2B21-D829D8DCF4BE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F63E955A-1812-3041-0489-3FABFDE54C91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4F6A220-ABF1-7C84-EAD1-EE4A581692BB}"/>
              </a:ext>
            </a:extLst>
          </p:cNvPr>
          <p:cNvGrpSpPr/>
          <p:nvPr/>
        </p:nvGrpSpPr>
        <p:grpSpPr>
          <a:xfrm>
            <a:off x="4684824" y="2596447"/>
            <a:ext cx="1276895" cy="182240"/>
            <a:chOff x="5720375" y="2134256"/>
            <a:chExt cx="1276895" cy="182240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33068F7-ABE7-C3D4-3A4F-1D9CFD4A4E82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58CDF8AC-E4FD-5BEF-A7C8-CE9B85531869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A2AFBCF-CB7C-97E8-08D7-21094A03561C}"/>
              </a:ext>
            </a:extLst>
          </p:cNvPr>
          <p:cNvGrpSpPr/>
          <p:nvPr/>
        </p:nvGrpSpPr>
        <p:grpSpPr>
          <a:xfrm rot="5400000" flipH="1">
            <a:off x="119839" y="3399412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2151B9FE-6EE5-D75B-8FA4-87DBC87634B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5A98DC08-6C90-6543-7641-9B974E2C160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D3416A9B-8595-6E48-FF0A-F1D1D167F189}"/>
              </a:ext>
            </a:extLst>
          </p:cNvPr>
          <p:cNvGrpSpPr/>
          <p:nvPr/>
        </p:nvGrpSpPr>
        <p:grpSpPr>
          <a:xfrm>
            <a:off x="1399574" y="1133750"/>
            <a:ext cx="1552765" cy="149845"/>
            <a:chOff x="1418644" y="1904256"/>
            <a:chExt cx="1552765" cy="149845"/>
          </a:xfrm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7E233A4C-A3C7-CE6F-FE1C-55C6F94C14A0}"/>
                </a:ext>
              </a:extLst>
            </p:cNvPr>
            <p:cNvSpPr/>
            <p:nvPr/>
          </p:nvSpPr>
          <p:spPr bwMode="auto">
            <a:xfrm>
              <a:off x="2039887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구독도서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1E7740C3-86D3-944F-79C4-12E883EAA7CC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AD63FBED-A69C-52A7-4319-757B8B3A3379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" name="타원 110">
                <a:extLst>
                  <a:ext uri="{FF2B5EF4-FFF2-40B4-BE49-F238E27FC236}">
                    <a16:creationId xmlns:a16="http://schemas.microsoft.com/office/drawing/2014/main" id="{869BEB8B-E6A0-AF8C-58B4-000184477B2F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281465D6-6C7F-4DC9-3C9C-466B95630563}"/>
                </a:ext>
              </a:extLst>
            </p:cNvPr>
            <p:cNvSpPr/>
            <p:nvPr/>
          </p:nvSpPr>
          <p:spPr bwMode="auto">
            <a:xfrm>
              <a:off x="2821564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연계도서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4D4EADD5-EF04-DC1E-CC22-0CCE7CDE8572}"/>
              </a:ext>
            </a:extLst>
          </p:cNvPr>
          <p:cNvGrpSpPr/>
          <p:nvPr/>
        </p:nvGrpSpPr>
        <p:grpSpPr>
          <a:xfrm rot="5400000" flipH="1">
            <a:off x="2508233" y="3666065"/>
            <a:ext cx="230832" cy="314510"/>
            <a:chOff x="4437623" y="2035551"/>
            <a:chExt cx="230832" cy="314510"/>
          </a:xfrm>
        </p:grpSpPr>
        <p:sp>
          <p:nvSpPr>
            <p:cNvPr id="114" name="눈물 방울 113">
              <a:extLst>
                <a:ext uri="{FF2B5EF4-FFF2-40B4-BE49-F238E27FC236}">
                  <a16:creationId xmlns:a16="http://schemas.microsoft.com/office/drawing/2014/main" id="{642D01E7-644E-C8F6-ABAB-6C4111CA41CD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B7F62B50-72FC-DF84-1157-ED42EE9B7BC5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6524882-3D3A-0B2F-C6F2-3DA87210C9BC}"/>
              </a:ext>
            </a:extLst>
          </p:cNvPr>
          <p:cNvGrpSpPr/>
          <p:nvPr/>
        </p:nvGrpSpPr>
        <p:grpSpPr>
          <a:xfrm rot="5400000" flipH="1">
            <a:off x="6377102" y="6481902"/>
            <a:ext cx="230832" cy="251992"/>
            <a:chOff x="4437623" y="2066810"/>
            <a:chExt cx="230832" cy="251992"/>
          </a:xfrm>
        </p:grpSpPr>
        <p:sp>
          <p:nvSpPr>
            <p:cNvPr id="120" name="눈물 방울 119">
              <a:extLst>
                <a:ext uri="{FF2B5EF4-FFF2-40B4-BE49-F238E27FC236}">
                  <a16:creationId xmlns:a16="http://schemas.microsoft.com/office/drawing/2014/main" id="{58223B2B-80ED-8151-3444-854B2837FE0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41AD11B2-00EA-957D-96F6-6C0196C86A8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65E5D0BE-8925-EB0D-4626-2EFD2BDCA579}"/>
              </a:ext>
            </a:extLst>
          </p:cNvPr>
          <p:cNvSpPr txBox="1"/>
          <p:nvPr/>
        </p:nvSpPr>
        <p:spPr>
          <a:xfrm>
            <a:off x="4084060" y="1157889"/>
            <a:ext cx="30674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STEP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EF74430-51EB-8498-8D96-4860E41EABEA}"/>
              </a:ext>
            </a:extLst>
          </p:cNvPr>
          <p:cNvSpPr txBox="1"/>
          <p:nvPr/>
        </p:nvSpPr>
        <p:spPr>
          <a:xfrm>
            <a:off x="4084060" y="2625155"/>
            <a:ext cx="27788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>
                <a:latin typeface="+mn-ea"/>
                <a:ea typeface="+mn-ea"/>
              </a:rPr>
              <a:t>장르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2D65F4F2-2928-7181-0316-0ADEBFD5D1EE}"/>
              </a:ext>
            </a:extLst>
          </p:cNvPr>
          <p:cNvSpPr txBox="1"/>
          <p:nvPr/>
        </p:nvSpPr>
        <p:spPr>
          <a:xfrm>
            <a:off x="4094623" y="1495837"/>
            <a:ext cx="27788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>
                <a:latin typeface="+mn-ea"/>
                <a:ea typeface="+mn-ea"/>
              </a:rPr>
              <a:t>분류</a:t>
            </a:r>
            <a:endParaRPr lang="ko-KR" altLang="en-US" sz="8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43889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36027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105334"/>
              </p:ext>
            </p:extLst>
          </p:nvPr>
        </p:nvGraphicFramePr>
        <p:xfrm>
          <a:off x="7562672" y="283032"/>
          <a:ext cx="2307098" cy="46984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시에도 동일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서비스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구독도서 디폴트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63915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각 관리메뉴에 등록된 항목과 연동하여 목록으로 제공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793791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작가설정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선택 시 작가검색 팝업으로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271532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83779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382279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85795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94293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ADA2B1-B8E5-756D-043A-3F5E448CED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857326"/>
              </p:ext>
            </p:extLst>
          </p:nvPr>
        </p:nvGraphicFramePr>
        <p:xfrm>
          <a:off x="307975" y="1059281"/>
          <a:ext cx="7092950" cy="2695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2406423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1279004">
                  <a:extLst>
                    <a:ext uri="{9D8B030D-6E8A-4147-A177-3AD203B41FA5}">
                      <a16:colId xmlns:a16="http://schemas.microsoft.com/office/drawing/2014/main" val="3652785365"/>
                    </a:ext>
                  </a:extLst>
                </a:gridCol>
                <a:gridCol w="2254837">
                  <a:extLst>
                    <a:ext uri="{9D8B030D-6E8A-4147-A177-3AD203B41FA5}">
                      <a16:colId xmlns:a16="http://schemas.microsoft.com/office/drawing/2014/main" val="2591572722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서비스 분류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602904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008882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 dirty="0"/>
                        <a:t>           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222719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9161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99778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5662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39584943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D86479BA-64F0-D9E5-E4CE-F9E33A2DB007}"/>
              </a:ext>
            </a:extLst>
          </p:cNvPr>
          <p:cNvGrpSpPr/>
          <p:nvPr/>
        </p:nvGrpSpPr>
        <p:grpSpPr>
          <a:xfrm>
            <a:off x="1437571" y="1974138"/>
            <a:ext cx="5928730" cy="443476"/>
            <a:chOff x="1420969" y="2864949"/>
            <a:chExt cx="5928730" cy="443476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24CAEC-21B4-CB41-A964-AF1E90AD6EC0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38D4FD6-5B47-ED8B-4CF0-6DB319F7D506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4B6E447-1B74-A995-06AB-1AF19637B76A}"/>
              </a:ext>
            </a:extLst>
          </p:cNvPr>
          <p:cNvGrpSpPr/>
          <p:nvPr/>
        </p:nvGrpSpPr>
        <p:grpSpPr>
          <a:xfrm>
            <a:off x="5198295" y="1133750"/>
            <a:ext cx="1003199" cy="149845"/>
            <a:chOff x="1418644" y="1904256"/>
            <a:chExt cx="1003199" cy="149845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A9A76B13-39F2-5C97-7C27-BEA06AC7CDC6}"/>
                </a:ext>
              </a:extLst>
            </p:cNvPr>
            <p:cNvSpPr/>
            <p:nvPr/>
          </p:nvSpPr>
          <p:spPr bwMode="auto">
            <a:xfrm>
              <a:off x="2271998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연계도서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D77216B-5976-9583-FD25-E5D6E9EEE706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2580CA52-1186-DC10-F008-10654D1DFE5D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구독도서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093231BC-F5BA-FDA6-7A66-826D8854A47B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7136E703-1E11-C8BC-DCBA-D6A383C928DB}"/>
              </a:ext>
            </a:extLst>
          </p:cNvPr>
          <p:cNvGrpSpPr/>
          <p:nvPr/>
        </p:nvGrpSpPr>
        <p:grpSpPr>
          <a:xfrm>
            <a:off x="1509100" y="1399683"/>
            <a:ext cx="1276895" cy="182240"/>
            <a:chOff x="5720375" y="2134256"/>
            <a:chExt cx="1276895" cy="182240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A5A2282E-23BD-7F33-A5C4-CB8394E391CC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과정을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523F6FCA-A525-0AF3-2BE0-63829C5737B6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F8CCBB5D-9FC3-4972-1EB4-1794BE3D1DFE}"/>
              </a:ext>
            </a:extLst>
          </p:cNvPr>
          <p:cNvGrpSpPr/>
          <p:nvPr/>
        </p:nvGrpSpPr>
        <p:grpSpPr>
          <a:xfrm>
            <a:off x="1509100" y="2442274"/>
            <a:ext cx="1276895" cy="182240"/>
            <a:chOff x="5720375" y="2134256"/>
            <a:chExt cx="1276895" cy="182240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EDCDA79C-A086-091B-E795-279BAECF5BC8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분류를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이등변 삼각형 29">
              <a:extLst>
                <a:ext uri="{FF2B5EF4-FFF2-40B4-BE49-F238E27FC236}">
                  <a16:creationId xmlns:a16="http://schemas.microsoft.com/office/drawing/2014/main" id="{584E2218-D506-60DF-41FB-D0BBD75211A4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1DBA16E8-2045-9A99-0239-C5639A3AAD7C}"/>
              </a:ext>
            </a:extLst>
          </p:cNvPr>
          <p:cNvGrpSpPr/>
          <p:nvPr/>
        </p:nvGrpSpPr>
        <p:grpSpPr>
          <a:xfrm>
            <a:off x="1509100" y="2704361"/>
            <a:ext cx="1276895" cy="182240"/>
            <a:chOff x="5720375" y="2134256"/>
            <a:chExt cx="1276895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0252089B-96EB-9E11-F27D-AE92D0F3F267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대주제를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FCA8CF77-90B4-EFE7-54B2-871CB35FFBD9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935C87F-6741-DF94-9F37-2754DED2497E}"/>
              </a:ext>
            </a:extLst>
          </p:cNvPr>
          <p:cNvGrpSpPr/>
          <p:nvPr/>
        </p:nvGrpSpPr>
        <p:grpSpPr>
          <a:xfrm>
            <a:off x="1509100" y="2983056"/>
            <a:ext cx="1276895" cy="182240"/>
            <a:chOff x="5720375" y="2134256"/>
            <a:chExt cx="1276895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D915FFA6-D80F-0792-A9FE-0CBBE69C32D1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소주제를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DB1D4AAD-2678-8801-2DC7-E5081F5D8468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B2E3B7AD-C0F4-C35B-8DB8-490A9181D51C}"/>
              </a:ext>
            </a:extLst>
          </p:cNvPr>
          <p:cNvSpPr txBox="1"/>
          <p:nvPr/>
        </p:nvSpPr>
        <p:spPr>
          <a:xfrm>
            <a:off x="1509101" y="3241246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BC74844-C2A8-29A5-2862-47BC2E2E48E2}"/>
              </a:ext>
            </a:extLst>
          </p:cNvPr>
          <p:cNvSpPr/>
          <p:nvPr/>
        </p:nvSpPr>
        <p:spPr>
          <a:xfrm>
            <a:off x="3070727" y="323719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작가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507F627-D783-92D1-085C-D84F8FBBC949}"/>
              </a:ext>
            </a:extLst>
          </p:cNvPr>
          <p:cNvSpPr txBox="1"/>
          <p:nvPr/>
        </p:nvSpPr>
        <p:spPr>
          <a:xfrm>
            <a:off x="3801578" y="3249645"/>
            <a:ext cx="175104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작가는 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1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명만 설정할 수 있습니다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3F6E62C6-AC70-4028-0A03-45F8E06BEC39}"/>
              </a:ext>
            </a:extLst>
          </p:cNvPr>
          <p:cNvGrpSpPr/>
          <p:nvPr/>
        </p:nvGrpSpPr>
        <p:grpSpPr>
          <a:xfrm>
            <a:off x="1509100" y="3506508"/>
            <a:ext cx="1276895" cy="182240"/>
            <a:chOff x="5720375" y="2134256"/>
            <a:chExt cx="1276895" cy="182240"/>
          </a:xfrm>
        </p:grpSpPr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07A4CD0B-5AB3-2D1C-6228-8539C61CFCF1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장르를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이등변 삼각형 47">
              <a:extLst>
                <a:ext uri="{FF2B5EF4-FFF2-40B4-BE49-F238E27FC236}">
                  <a16:creationId xmlns:a16="http://schemas.microsoft.com/office/drawing/2014/main" id="{3C82A72A-BCB0-CBA8-2821-7251B88CD991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F3E02BB-2537-09F7-1E08-3B6873FAED39}"/>
              </a:ext>
            </a:extLst>
          </p:cNvPr>
          <p:cNvSpPr/>
          <p:nvPr/>
        </p:nvSpPr>
        <p:spPr>
          <a:xfrm>
            <a:off x="6630601" y="3908276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8A8819B7-7634-7539-7037-276EEBD552B4}"/>
              </a:ext>
            </a:extLst>
          </p:cNvPr>
          <p:cNvSpPr/>
          <p:nvPr/>
        </p:nvSpPr>
        <p:spPr>
          <a:xfrm>
            <a:off x="5741409" y="3908276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EA3BDB36-018F-ECD9-7B9A-708153809347}"/>
              </a:ext>
            </a:extLst>
          </p:cNvPr>
          <p:cNvGrpSpPr/>
          <p:nvPr/>
        </p:nvGrpSpPr>
        <p:grpSpPr>
          <a:xfrm>
            <a:off x="1509100" y="1679066"/>
            <a:ext cx="1276895" cy="182240"/>
            <a:chOff x="5720375" y="2134256"/>
            <a:chExt cx="1276895" cy="182240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F1CDA4A-86E9-061F-9F34-ED8C10BDF019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선택하세요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.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이등변 삼각형 11">
              <a:extLst>
                <a:ext uri="{FF2B5EF4-FFF2-40B4-BE49-F238E27FC236}">
                  <a16:creationId xmlns:a16="http://schemas.microsoft.com/office/drawing/2014/main" id="{45998B9F-4AF8-EEC7-A1A8-EB11477AB095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899D207-C9F4-064C-9443-F2E1973D9920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F5985A5F-1061-6ED9-A430-1355309450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E61E0BC6-4CE9-63FA-68CA-A4C0F4314D2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6E43729-919A-A2C1-F568-16110108EC59}"/>
              </a:ext>
            </a:extLst>
          </p:cNvPr>
          <p:cNvSpPr/>
          <p:nvPr/>
        </p:nvSpPr>
        <p:spPr>
          <a:xfrm>
            <a:off x="1433417" y="2388767"/>
            <a:ext cx="1422532" cy="1356955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AAF5489-BFE9-7B2D-03DF-F50B7C7A0C4E}"/>
              </a:ext>
            </a:extLst>
          </p:cNvPr>
          <p:cNvGrpSpPr/>
          <p:nvPr/>
        </p:nvGrpSpPr>
        <p:grpSpPr>
          <a:xfrm rot="5400000" flipH="1">
            <a:off x="3612940" y="1089572"/>
            <a:ext cx="230832" cy="251992"/>
            <a:chOff x="4437623" y="2066810"/>
            <a:chExt cx="230832" cy="251992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D5E53185-4B74-9981-6782-DAD1EE61C89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C1D5764F-2AE8-AA67-19BF-F8F658A3D46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6D1BD3B-1C92-C235-E346-6F343D546B1C}"/>
              </a:ext>
            </a:extLst>
          </p:cNvPr>
          <p:cNvGrpSpPr/>
          <p:nvPr/>
        </p:nvGrpSpPr>
        <p:grpSpPr>
          <a:xfrm rot="5400000" flipH="1">
            <a:off x="66563" y="1362976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E09F76AB-AA2F-A693-7991-1AA865A0A66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489B832-F8AC-6F96-7AE2-D14F487ED9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E4CF749-7A95-1BBE-0C2C-9B557B616A51}"/>
              </a:ext>
            </a:extLst>
          </p:cNvPr>
          <p:cNvGrpSpPr/>
          <p:nvPr/>
        </p:nvGrpSpPr>
        <p:grpSpPr>
          <a:xfrm rot="5400000" flipH="1">
            <a:off x="66563" y="1620688"/>
            <a:ext cx="230832" cy="251992"/>
            <a:chOff x="4437623" y="2066810"/>
            <a:chExt cx="230832" cy="251992"/>
          </a:xfrm>
        </p:grpSpPr>
        <p:sp>
          <p:nvSpPr>
            <p:cNvPr id="41" name="눈물 방울 40">
              <a:extLst>
                <a:ext uri="{FF2B5EF4-FFF2-40B4-BE49-F238E27FC236}">
                  <a16:creationId xmlns:a16="http://schemas.microsoft.com/office/drawing/2014/main" id="{4A422106-E9F6-A3C3-5662-5EF45D2A9B6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3913A3B-BD43-E22C-59D8-5FBB1CC5001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2B68AF0-EE34-3D97-BCB9-FB0CD84185F6}"/>
              </a:ext>
            </a:extLst>
          </p:cNvPr>
          <p:cNvGrpSpPr/>
          <p:nvPr/>
        </p:nvGrpSpPr>
        <p:grpSpPr>
          <a:xfrm rot="5400000" flipH="1">
            <a:off x="66563" y="2056407"/>
            <a:ext cx="230832" cy="251992"/>
            <a:chOff x="4437623" y="2066810"/>
            <a:chExt cx="230832" cy="251992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1331E3F0-FB58-BEBF-CA76-F13C9BA4FA0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2F103A42-7868-5AFC-07B2-A690A0250D3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70AC4D26-16A3-3023-1082-2F70D4C410A6}"/>
              </a:ext>
            </a:extLst>
          </p:cNvPr>
          <p:cNvGrpSpPr/>
          <p:nvPr/>
        </p:nvGrpSpPr>
        <p:grpSpPr>
          <a:xfrm rot="5400000" flipH="1">
            <a:off x="2897008" y="2407034"/>
            <a:ext cx="230832" cy="251992"/>
            <a:chOff x="4437623" y="2066810"/>
            <a:chExt cx="230832" cy="251992"/>
          </a:xfrm>
        </p:grpSpPr>
        <p:sp>
          <p:nvSpPr>
            <p:cNvPr id="51" name="눈물 방울 50">
              <a:extLst>
                <a:ext uri="{FF2B5EF4-FFF2-40B4-BE49-F238E27FC236}">
                  <a16:creationId xmlns:a16="http://schemas.microsoft.com/office/drawing/2014/main" id="{86EF5BFF-D7BC-2F9E-C334-C1EF4E7D9E8C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7598D9D1-2A7E-9F26-77A9-A0237E8F7C0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1223AF37-E96B-3E07-0D13-94AA9C48704E}"/>
              </a:ext>
            </a:extLst>
          </p:cNvPr>
          <p:cNvGrpSpPr/>
          <p:nvPr/>
        </p:nvGrpSpPr>
        <p:grpSpPr>
          <a:xfrm rot="5400000" flipH="1">
            <a:off x="5593686" y="3226614"/>
            <a:ext cx="230832" cy="251992"/>
            <a:chOff x="4437623" y="2066810"/>
            <a:chExt cx="230832" cy="251992"/>
          </a:xfrm>
        </p:grpSpPr>
        <p:sp>
          <p:nvSpPr>
            <p:cNvPr id="56" name="눈물 방울 55">
              <a:extLst>
                <a:ext uri="{FF2B5EF4-FFF2-40B4-BE49-F238E27FC236}">
                  <a16:creationId xmlns:a16="http://schemas.microsoft.com/office/drawing/2014/main" id="{C0ED1474-3E17-0CF0-15C0-4202E22B8F9D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4DB8A02-8DCD-E0CB-9C80-6625388F0DC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C4EDA887-00FA-F6AE-9614-DECB3AD61909}"/>
              </a:ext>
            </a:extLst>
          </p:cNvPr>
          <p:cNvGrpSpPr/>
          <p:nvPr/>
        </p:nvGrpSpPr>
        <p:grpSpPr>
          <a:xfrm rot="5400000" flipH="1">
            <a:off x="6639752" y="4160542"/>
            <a:ext cx="230832" cy="319318"/>
            <a:chOff x="4437623" y="2033147"/>
            <a:chExt cx="230832" cy="319318"/>
          </a:xfrm>
        </p:grpSpPr>
        <p:sp>
          <p:nvSpPr>
            <p:cNvPr id="106" name="눈물 방울 105">
              <a:extLst>
                <a:ext uri="{FF2B5EF4-FFF2-40B4-BE49-F238E27FC236}">
                  <a16:creationId xmlns:a16="http://schemas.microsoft.com/office/drawing/2014/main" id="{B034507E-F6EC-C373-7771-CB8A48F4581F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0FC69E17-C2B7-7201-41E5-B71D63C9FA63}"/>
                </a:ext>
              </a:extLst>
            </p:cNvPr>
            <p:cNvSpPr/>
            <p:nvPr/>
          </p:nvSpPr>
          <p:spPr>
            <a:xfrm rot="5400000">
              <a:off x="4393380" y="2077390"/>
              <a:ext cx="31931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601E7DF6-36F5-7127-4688-C9BB34E6E189}"/>
              </a:ext>
            </a:extLst>
          </p:cNvPr>
          <p:cNvGrpSpPr/>
          <p:nvPr/>
        </p:nvGrpSpPr>
        <p:grpSpPr>
          <a:xfrm rot="5400000" flipH="1">
            <a:off x="6094159" y="4194205"/>
            <a:ext cx="230832" cy="251992"/>
            <a:chOff x="4437623" y="2066810"/>
            <a:chExt cx="230832" cy="251992"/>
          </a:xfrm>
        </p:grpSpPr>
        <p:sp>
          <p:nvSpPr>
            <p:cNvPr id="109" name="눈물 방울 108">
              <a:extLst>
                <a:ext uri="{FF2B5EF4-FFF2-40B4-BE49-F238E27FC236}">
                  <a16:creationId xmlns:a16="http://schemas.microsoft.com/office/drawing/2014/main" id="{FF838C51-F916-82E7-2760-9C2CA0927A4B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AF7A5EDD-72F4-8C82-2C43-36B22A11EA7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CFD173BF-B88D-ABBB-0539-CB4D61364B44}"/>
              </a:ext>
            </a:extLst>
          </p:cNvPr>
          <p:cNvGrpSpPr/>
          <p:nvPr/>
        </p:nvGrpSpPr>
        <p:grpSpPr>
          <a:xfrm rot="5400000">
            <a:off x="6877289" y="4145585"/>
            <a:ext cx="230832" cy="333746"/>
            <a:chOff x="6369090" y="6065244"/>
            <a:chExt cx="230832" cy="333746"/>
          </a:xfrm>
        </p:grpSpPr>
        <p:sp>
          <p:nvSpPr>
            <p:cNvPr id="116" name="눈물 방울 115">
              <a:extLst>
                <a:ext uri="{FF2B5EF4-FFF2-40B4-BE49-F238E27FC236}">
                  <a16:creationId xmlns:a16="http://schemas.microsoft.com/office/drawing/2014/main" id="{B9D506E6-A56F-D9CC-34B7-902B9D647E9A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AD6C173C-23FC-C3C4-9786-C4F00ABE5F8F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4188B711-0CAC-74BE-BE59-86BC7022B24E}"/>
              </a:ext>
            </a:extLst>
          </p:cNvPr>
          <p:cNvGrpSpPr/>
          <p:nvPr/>
        </p:nvGrpSpPr>
        <p:grpSpPr>
          <a:xfrm rot="5400000">
            <a:off x="5730765" y="4149593"/>
            <a:ext cx="230832" cy="325730"/>
            <a:chOff x="6369089" y="6069253"/>
            <a:chExt cx="230832" cy="325730"/>
          </a:xfrm>
        </p:grpSpPr>
        <p:sp>
          <p:nvSpPr>
            <p:cNvPr id="119" name="눈물 방울 118">
              <a:extLst>
                <a:ext uri="{FF2B5EF4-FFF2-40B4-BE49-F238E27FC236}">
                  <a16:creationId xmlns:a16="http://schemas.microsoft.com/office/drawing/2014/main" id="{04F39F73-AD29-B265-D48D-8354C7A1A996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A8F2CDAF-F2D5-CB59-8B54-C0F780F6B8DA}"/>
                </a:ext>
              </a:extLst>
            </p:cNvPr>
            <p:cNvSpPr/>
            <p:nvPr/>
          </p:nvSpPr>
          <p:spPr>
            <a:xfrm rot="16200000" flipH="1">
              <a:off x="6321640" y="6116702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3AD790A2-C7F9-ED0C-7767-975F1A2562D5}"/>
              </a:ext>
            </a:extLst>
          </p:cNvPr>
          <p:cNvGrpSpPr/>
          <p:nvPr/>
        </p:nvGrpSpPr>
        <p:grpSpPr>
          <a:xfrm rot="5400000">
            <a:off x="7103943" y="4145585"/>
            <a:ext cx="230832" cy="333746"/>
            <a:chOff x="6369090" y="6065244"/>
            <a:chExt cx="230832" cy="333746"/>
          </a:xfrm>
        </p:grpSpPr>
        <p:sp>
          <p:nvSpPr>
            <p:cNvPr id="122" name="눈물 방울 121">
              <a:extLst>
                <a:ext uri="{FF2B5EF4-FFF2-40B4-BE49-F238E27FC236}">
                  <a16:creationId xmlns:a16="http://schemas.microsoft.com/office/drawing/2014/main" id="{ECEECB74-44AC-EF0E-FE24-4DD214C336C2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F6046FC1-4DDD-E872-A5E3-5CE943284465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66730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306939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017861"/>
              </p:ext>
            </p:extLst>
          </p:nvPr>
        </p:nvGraphicFramePr>
        <p:xfrm>
          <a:off x="7562672" y="283032"/>
          <a:ext cx="2307098" cy="4048200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이북 정보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파일명 선택 시 새창으로 해당 파일을 다운로드 또는 뷰어로 연결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(PC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pdf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뷰어 유무에 따라 다르게 동작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44271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638786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777269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970739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776693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ADA2B1-B8E5-756D-043A-3F5E448CED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2719287"/>
              </p:ext>
            </p:extLst>
          </p:nvPr>
        </p:nvGraphicFramePr>
        <p:xfrm>
          <a:off x="307975" y="1059281"/>
          <a:ext cx="7092950" cy="24489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2406423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1279004">
                  <a:extLst>
                    <a:ext uri="{9D8B030D-6E8A-4147-A177-3AD203B41FA5}">
                      <a16:colId xmlns:a16="http://schemas.microsoft.com/office/drawing/2014/main" val="3652785365"/>
                    </a:ext>
                  </a:extLst>
                </a:gridCol>
                <a:gridCol w="2254837">
                  <a:extLst>
                    <a:ext uri="{9D8B030D-6E8A-4147-A177-3AD203B41FA5}">
                      <a16:colId xmlns:a16="http://schemas.microsoft.com/office/drawing/2014/main" val="2591572722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도서 분류</a:t>
                      </a:r>
                      <a:endParaRPr lang="ko-KR" altLang="en-US" sz="900" b="1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구독도서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STEP1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602904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Book5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7871779"/>
                  </a:ext>
                </a:extLst>
              </a:tr>
              <a:tr h="222283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이북 도서명</a:t>
                      </a:r>
                      <a:r>
                        <a:rPr lang="en-US" altLang="ko-KR" sz="900"/>
                        <a:t>1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지식정보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222719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나 그리고 우리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9161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나에 대해서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99778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이미도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5662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인물</a:t>
                      </a:r>
                      <a:endParaRPr lang="ko-KR" altLang="en-US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395849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ED33A69-42BE-4460-E84E-691B5E140988}"/>
              </a:ext>
            </a:extLst>
          </p:cNvPr>
          <p:cNvSpPr/>
          <p:nvPr/>
        </p:nvSpPr>
        <p:spPr>
          <a:xfrm>
            <a:off x="6630601" y="3653686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30A9CA-FC22-B345-153D-38FB6F505CD1}"/>
              </a:ext>
            </a:extLst>
          </p:cNvPr>
          <p:cNvSpPr/>
          <p:nvPr/>
        </p:nvSpPr>
        <p:spPr>
          <a:xfrm>
            <a:off x="5773191" y="3653686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B1047C0-2F44-F0F9-B183-7B3E5BC8CA77}"/>
              </a:ext>
            </a:extLst>
          </p:cNvPr>
          <p:cNvSpPr/>
          <p:nvPr/>
        </p:nvSpPr>
        <p:spPr>
          <a:xfrm>
            <a:off x="307975" y="3653686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22420A1B-7CA6-0E28-3138-6097DCC53B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854145"/>
              </p:ext>
            </p:extLst>
          </p:nvPr>
        </p:nvGraphicFramePr>
        <p:xfrm>
          <a:off x="307975" y="4101441"/>
          <a:ext cx="709295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590">
                  <a:extLst>
                    <a:ext uri="{9D8B030D-6E8A-4147-A177-3AD203B41FA5}">
                      <a16:colId xmlns:a16="http://schemas.microsoft.com/office/drawing/2014/main" val="2582189437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69F7B116-8ADE-5D9D-2214-96559D348F5B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7BCCB5C6-5609-553D-7727-EB1F03B9362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46B5450-92F4-7917-81DF-10DDC62755A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A0EE9D-EF3D-63C7-77A2-60D75D3CAE04}"/>
              </a:ext>
            </a:extLst>
          </p:cNvPr>
          <p:cNvGrpSpPr/>
          <p:nvPr/>
        </p:nvGrpSpPr>
        <p:grpSpPr>
          <a:xfrm rot="5400000" flipH="1">
            <a:off x="66563" y="3639780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79CB9D74-1FF8-D13C-37C3-9695BA99AED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F6405179-2C2D-79C5-FFD1-E3E618CF43A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C2D47BA-83DD-7F88-E111-8F8FDEC94649}"/>
              </a:ext>
            </a:extLst>
          </p:cNvPr>
          <p:cNvGrpSpPr/>
          <p:nvPr/>
        </p:nvGrpSpPr>
        <p:grpSpPr>
          <a:xfrm rot="5400000">
            <a:off x="359432" y="3853463"/>
            <a:ext cx="230832" cy="333746"/>
            <a:chOff x="6369090" y="6065244"/>
            <a:chExt cx="230832" cy="333746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55D9DDC0-A8FC-32EC-1D28-A63EE4087BD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A0BF85AF-1D24-C2BB-45A0-30C22C381CC6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1D97068-B992-669E-638F-D01EC5F04C17}"/>
              </a:ext>
            </a:extLst>
          </p:cNvPr>
          <p:cNvGrpSpPr/>
          <p:nvPr/>
        </p:nvGrpSpPr>
        <p:grpSpPr>
          <a:xfrm rot="5400000" flipH="1">
            <a:off x="5496028" y="3632826"/>
            <a:ext cx="230832" cy="251992"/>
            <a:chOff x="4437623" y="2066810"/>
            <a:chExt cx="230832" cy="251992"/>
          </a:xfrm>
        </p:grpSpPr>
        <p:sp>
          <p:nvSpPr>
            <p:cNvPr id="34" name="눈물 방울 33">
              <a:extLst>
                <a:ext uri="{FF2B5EF4-FFF2-40B4-BE49-F238E27FC236}">
                  <a16:creationId xmlns:a16="http://schemas.microsoft.com/office/drawing/2014/main" id="{E6989196-FF19-B684-326E-C77375585E9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C625398-7D97-DA4D-7EBA-F9BD06D209F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6A0777FA-7C85-C9B2-93B5-91DC49D5902C}"/>
              </a:ext>
            </a:extLst>
          </p:cNvPr>
          <p:cNvGrpSpPr/>
          <p:nvPr/>
        </p:nvGrpSpPr>
        <p:grpSpPr>
          <a:xfrm rot="5400000" flipH="1">
            <a:off x="6900347" y="3385219"/>
            <a:ext cx="230832" cy="251992"/>
            <a:chOff x="4437623" y="2066810"/>
            <a:chExt cx="230832" cy="251992"/>
          </a:xfrm>
        </p:grpSpPr>
        <p:sp>
          <p:nvSpPr>
            <p:cNvPr id="37" name="눈물 방울 36">
              <a:extLst>
                <a:ext uri="{FF2B5EF4-FFF2-40B4-BE49-F238E27FC236}">
                  <a16:creationId xmlns:a16="http://schemas.microsoft.com/office/drawing/2014/main" id="{7A76BC61-75BE-BE59-1881-1095B8604DC5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6AE5DDDF-4223-2ACB-2E9A-47059220CFF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587774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890892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870879"/>
              </p:ext>
            </p:extLst>
          </p:nvPr>
        </p:nvGraphicFramePr>
        <p:xfrm>
          <a:off x="7562672" y="283032"/>
          <a:ext cx="2307098" cy="170610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이북 관리에서 등록한 콘텐츠를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새창으로 해당 학습의 상세화면을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4" name="표 20">
            <a:extLst>
              <a:ext uri="{FF2B5EF4-FFF2-40B4-BE49-F238E27FC236}">
                <a16:creationId xmlns:a16="http://schemas.microsoft.com/office/drawing/2014/main" id="{CDA3E329-7CBD-A191-F38C-F1C854CEB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2628558"/>
              </p:ext>
            </p:extLst>
          </p:nvPr>
        </p:nvGraphicFramePr>
        <p:xfrm>
          <a:off x="307974" y="584200"/>
          <a:ext cx="709360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720">
                  <a:extLst>
                    <a:ext uri="{9D8B030D-6E8A-4147-A177-3AD203B41FA5}">
                      <a16:colId xmlns:a16="http://schemas.microsoft.com/office/drawing/2014/main" val="2297372357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B068AB-47F2-CF17-7EC3-A994F83929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455451"/>
              </p:ext>
            </p:extLst>
          </p:nvPr>
        </p:nvGraphicFramePr>
        <p:xfrm>
          <a:off x="307972" y="1251497"/>
          <a:ext cx="7093604" cy="1350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853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25915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881186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2010596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1191464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75905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이북 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</a:t>
                      </a: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618F5D34-BF4A-5F6F-0EAE-3DED419D09DA}"/>
              </a:ext>
            </a:extLst>
          </p:cNvPr>
          <p:cNvGrpSpPr/>
          <p:nvPr/>
        </p:nvGrpSpPr>
        <p:grpSpPr>
          <a:xfrm rot="5400000" flipH="1">
            <a:off x="66563" y="1219506"/>
            <a:ext cx="230832" cy="251992"/>
            <a:chOff x="4437623" y="2066810"/>
            <a:chExt cx="230832" cy="251992"/>
          </a:xfrm>
        </p:grpSpPr>
        <p:sp>
          <p:nvSpPr>
            <p:cNvPr id="5" name="눈물 방울 4">
              <a:extLst>
                <a:ext uri="{FF2B5EF4-FFF2-40B4-BE49-F238E27FC236}">
                  <a16:creationId xmlns:a16="http://schemas.microsoft.com/office/drawing/2014/main" id="{0F435519-6523-2221-ABDB-4642969A698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85C3342-D5F1-F6B5-BB05-E51ACB8BCB7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DC53CC02-AC52-FF1D-258C-6A2A219463B5}"/>
              </a:ext>
            </a:extLst>
          </p:cNvPr>
          <p:cNvGrpSpPr/>
          <p:nvPr/>
        </p:nvGrpSpPr>
        <p:grpSpPr>
          <a:xfrm rot="5400000" flipH="1">
            <a:off x="3803603" y="1524202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AC9022B1-1B9A-554D-0DF6-C4A0C780B7B2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5D386BEC-17DF-F7EC-00EA-A957AF3BB0C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16360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98450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8370887"/>
              </p:ext>
            </p:extLst>
          </p:nvPr>
        </p:nvGraphicFramePr>
        <p:xfrm>
          <a:off x="7562672" y="283032"/>
          <a:ext cx="2307098" cy="170610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오디오북 관리에서 등록한 콘텐츠를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새창으로 해당 학습의 상세화면을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4" name="표 20">
            <a:extLst>
              <a:ext uri="{FF2B5EF4-FFF2-40B4-BE49-F238E27FC236}">
                <a16:creationId xmlns:a16="http://schemas.microsoft.com/office/drawing/2014/main" id="{CDA3E329-7CBD-A191-F38C-F1C854CEB65A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584200"/>
          <a:ext cx="709360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720">
                  <a:extLst>
                    <a:ext uri="{9D8B030D-6E8A-4147-A177-3AD203B41FA5}">
                      <a16:colId xmlns:a16="http://schemas.microsoft.com/office/drawing/2014/main" val="2297372357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0756541-B72A-2F81-8947-BA5A6BDB2736}"/>
              </a:ext>
            </a:extLst>
          </p:cNvPr>
          <p:cNvGraphicFramePr>
            <a:graphicFrameLocks noGrp="1"/>
          </p:cNvGraphicFramePr>
          <p:nvPr/>
        </p:nvGraphicFramePr>
        <p:xfrm>
          <a:off x="307972" y="1251497"/>
          <a:ext cx="7093604" cy="10804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853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25915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881186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2010596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1191464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75905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오디오북 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BB49E60D-21AB-9AAD-81D3-E8DC9C4FC61D}"/>
              </a:ext>
            </a:extLst>
          </p:cNvPr>
          <p:cNvSpPr txBox="1"/>
          <p:nvPr/>
        </p:nvSpPr>
        <p:spPr>
          <a:xfrm>
            <a:off x="3664535" y="2719561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" name="L 도형 7">
            <a:extLst>
              <a:ext uri="{FF2B5EF4-FFF2-40B4-BE49-F238E27FC236}">
                <a16:creationId xmlns:a16="http://schemas.microsoft.com/office/drawing/2014/main" id="{343E0BA4-4B2B-E350-E439-641456CAED01}"/>
              </a:ext>
            </a:extLst>
          </p:cNvPr>
          <p:cNvSpPr/>
          <p:nvPr/>
        </p:nvSpPr>
        <p:spPr bwMode="auto">
          <a:xfrm rot="2700000">
            <a:off x="2897695" y="2599460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L 도형 8">
            <a:extLst>
              <a:ext uri="{FF2B5EF4-FFF2-40B4-BE49-F238E27FC236}">
                <a16:creationId xmlns:a16="http://schemas.microsoft.com/office/drawing/2014/main" id="{09B9516B-910F-6319-7C53-32C758431B1F}"/>
              </a:ext>
            </a:extLst>
          </p:cNvPr>
          <p:cNvSpPr/>
          <p:nvPr/>
        </p:nvSpPr>
        <p:spPr bwMode="auto">
          <a:xfrm rot="13500000">
            <a:off x="4693312" y="2599460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E9AC52B-E461-D186-3F39-BC9BAA2A6D5C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2528903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578ED436-D6F1-964C-A7D6-3F0EA8A85F15}"/>
              </a:ext>
            </a:extLst>
          </p:cNvPr>
          <p:cNvSpPr txBox="1"/>
          <p:nvPr/>
        </p:nvSpPr>
        <p:spPr>
          <a:xfrm>
            <a:off x="311718" y="1067990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9F46A5D-B6FC-1393-D235-3FDE24755480}"/>
              </a:ext>
            </a:extLst>
          </p:cNvPr>
          <p:cNvGrpSpPr/>
          <p:nvPr/>
        </p:nvGrpSpPr>
        <p:grpSpPr>
          <a:xfrm rot="5400000" flipH="1">
            <a:off x="66563" y="1219506"/>
            <a:ext cx="230832" cy="251992"/>
            <a:chOff x="4437623" y="2066810"/>
            <a:chExt cx="230832" cy="251992"/>
          </a:xfrm>
        </p:grpSpPr>
        <p:sp>
          <p:nvSpPr>
            <p:cNvPr id="3" name="눈물 방울 2">
              <a:extLst>
                <a:ext uri="{FF2B5EF4-FFF2-40B4-BE49-F238E27FC236}">
                  <a16:creationId xmlns:a16="http://schemas.microsoft.com/office/drawing/2014/main" id="{E03056EB-0CFE-9160-F2EC-0ABF3511CD6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A1043B1E-EA82-51E8-E154-360BF946CCC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E4430704-C4B8-1215-8CB0-E04D7D6D54F2}"/>
              </a:ext>
            </a:extLst>
          </p:cNvPr>
          <p:cNvGrpSpPr/>
          <p:nvPr/>
        </p:nvGrpSpPr>
        <p:grpSpPr>
          <a:xfrm rot="5400000" flipH="1">
            <a:off x="3803603" y="1524202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D721B94F-C355-D4CC-6E7F-1E310870CDEC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D0C42648-9DBC-DAE6-601E-7647CF0E0B5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275067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018512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표 20">
            <a:extLst>
              <a:ext uri="{FF2B5EF4-FFF2-40B4-BE49-F238E27FC236}">
                <a16:creationId xmlns:a16="http://schemas.microsoft.com/office/drawing/2014/main" id="{CDA3E329-7CBD-A191-F38C-F1C854CEB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453071"/>
              </p:ext>
            </p:extLst>
          </p:nvPr>
        </p:nvGraphicFramePr>
        <p:xfrm>
          <a:off x="307974" y="584200"/>
          <a:ext cx="709360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720">
                  <a:extLst>
                    <a:ext uri="{9D8B030D-6E8A-4147-A177-3AD203B41FA5}">
                      <a16:colId xmlns:a16="http://schemas.microsoft.com/office/drawing/2014/main" val="248348121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DA91099-6CCF-9F00-0C0A-47DA060963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0114611"/>
              </p:ext>
            </p:extLst>
          </p:nvPr>
        </p:nvGraphicFramePr>
        <p:xfrm>
          <a:off x="307972" y="1251497"/>
          <a:ext cx="7093604" cy="17578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3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09358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618308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905692">
                  <a:extLst>
                    <a:ext uri="{9D8B030D-6E8A-4147-A177-3AD203B41FA5}">
                      <a16:colId xmlns:a16="http://schemas.microsoft.com/office/drawing/2014/main" val="473032391"/>
                    </a:ext>
                  </a:extLst>
                </a:gridCol>
                <a:gridCol w="1210492">
                  <a:extLst>
                    <a:ext uri="{9D8B030D-6E8A-4147-A177-3AD203B41FA5}">
                      <a16:colId xmlns:a16="http://schemas.microsoft.com/office/drawing/2014/main" val="1231127494"/>
                    </a:ext>
                  </a:extLst>
                </a:gridCol>
                <a:gridCol w="1410789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836023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035609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Type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905965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글을 읽고 </a:t>
                      </a:r>
                      <a:r>
                        <a:rPr lang="en-US" altLang="ko-KR" sz="900">
                          <a:latin typeface="+mn-ea"/>
                          <a:ea typeface="+mn-ea"/>
                        </a:rPr>
                        <a:t>O,X</a:t>
                      </a:r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독서확인학습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문제를 읽고 그림이나 글 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BA5D41F8-87A1-5290-623C-3D80E94411AC}"/>
              </a:ext>
            </a:extLst>
          </p:cNvPr>
          <p:cNvSpPr txBox="1"/>
          <p:nvPr/>
        </p:nvSpPr>
        <p:spPr>
          <a:xfrm>
            <a:off x="3664535" y="2719561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" name="L 도형 4">
            <a:extLst>
              <a:ext uri="{FF2B5EF4-FFF2-40B4-BE49-F238E27FC236}">
                <a16:creationId xmlns:a16="http://schemas.microsoft.com/office/drawing/2014/main" id="{DEAD20BE-9ACA-D9B7-CE4F-BBE2D5A4E6F2}"/>
              </a:ext>
            </a:extLst>
          </p:cNvPr>
          <p:cNvSpPr/>
          <p:nvPr/>
        </p:nvSpPr>
        <p:spPr bwMode="auto">
          <a:xfrm rot="2700000">
            <a:off x="2897695" y="324755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L 도형 5">
            <a:extLst>
              <a:ext uri="{FF2B5EF4-FFF2-40B4-BE49-F238E27FC236}">
                <a16:creationId xmlns:a16="http://schemas.microsoft.com/office/drawing/2014/main" id="{555DBF04-1496-9F13-561E-C8E14561B992}"/>
              </a:ext>
            </a:extLst>
          </p:cNvPr>
          <p:cNvSpPr/>
          <p:nvPr/>
        </p:nvSpPr>
        <p:spPr bwMode="auto">
          <a:xfrm rot="13500000">
            <a:off x="4693312" y="324755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BBAB820-DE4B-8659-5DA6-A4FE1109F6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2017006"/>
              </p:ext>
            </p:extLst>
          </p:nvPr>
        </p:nvGraphicFramePr>
        <p:xfrm>
          <a:off x="3109528" y="3177000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D4E1DEE4-4BC2-3F07-21FB-400C55D60EDB}"/>
              </a:ext>
            </a:extLst>
          </p:cNvPr>
          <p:cNvGrpSpPr/>
          <p:nvPr/>
        </p:nvGrpSpPr>
        <p:grpSpPr>
          <a:xfrm rot="5400000" flipH="1">
            <a:off x="66563" y="1219506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993B503C-B5CE-4257-3767-7F928D8847A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EC68ED-695E-7B55-737C-ECCD38B1D40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9" name="Group 134">
            <a:extLst>
              <a:ext uri="{FF2B5EF4-FFF2-40B4-BE49-F238E27FC236}">
                <a16:creationId xmlns:a16="http://schemas.microsoft.com/office/drawing/2014/main" id="{F8AB1C59-347B-E51B-7CFD-E27D5E988E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753775"/>
              </p:ext>
            </p:extLst>
          </p:nvPr>
        </p:nvGraphicFramePr>
        <p:xfrm>
          <a:off x="7562672" y="283032"/>
          <a:ext cx="2307098" cy="182333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독서확인 학습 관리에서 등록한 콘텐츠를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새창으로 해당 학습의 상세화면을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A5FF288A-FB73-665D-44A7-9365A9D84AE2}"/>
              </a:ext>
            </a:extLst>
          </p:cNvPr>
          <p:cNvGrpSpPr/>
          <p:nvPr/>
        </p:nvGrpSpPr>
        <p:grpSpPr>
          <a:xfrm rot="5400000" flipH="1">
            <a:off x="5414689" y="1792798"/>
            <a:ext cx="230832" cy="251992"/>
            <a:chOff x="4437623" y="2066810"/>
            <a:chExt cx="230832" cy="251992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C9DFF9F3-3120-1EC5-662F-0F863202BAA7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ECB3F96-C917-82F0-A0F5-3012D4751EF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061422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569182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표 20">
            <a:extLst>
              <a:ext uri="{FF2B5EF4-FFF2-40B4-BE49-F238E27FC236}">
                <a16:creationId xmlns:a16="http://schemas.microsoft.com/office/drawing/2014/main" id="{CDA3E329-7CBD-A191-F38C-F1C854CEB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4987977"/>
              </p:ext>
            </p:extLst>
          </p:nvPr>
        </p:nvGraphicFramePr>
        <p:xfrm>
          <a:off x="307975" y="584200"/>
          <a:ext cx="709360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720">
                  <a:extLst>
                    <a:ext uri="{9D8B030D-6E8A-4147-A177-3AD203B41FA5}">
                      <a16:colId xmlns:a16="http://schemas.microsoft.com/office/drawing/2014/main" val="3036309661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D7E7B129-D4D5-F8FF-B838-0649AFC3A8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016585"/>
              </p:ext>
            </p:extLst>
          </p:nvPr>
        </p:nvGraphicFramePr>
        <p:xfrm>
          <a:off x="307972" y="1233488"/>
          <a:ext cx="7093603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7415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53413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3779143703"/>
                    </a:ext>
                  </a:extLst>
                </a:gridCol>
                <a:gridCol w="2309551">
                  <a:extLst>
                    <a:ext uri="{9D8B030D-6E8A-4147-A177-3AD203B41FA5}">
                      <a16:colId xmlns:a16="http://schemas.microsoft.com/office/drawing/2014/main" val="67777545"/>
                    </a:ext>
                  </a:extLst>
                </a:gridCol>
                <a:gridCol w="1130865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00839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_92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_91</a:t>
                      </a:r>
                      <a:endParaRPr lang="ko-KR" altLang="en-US" sz="900" u="sng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DF5D8AF-9845-D84F-BC38-EFC274A1ACFA}"/>
              </a:ext>
            </a:extLst>
          </p:cNvPr>
          <p:cNvSpPr txBox="1"/>
          <p:nvPr/>
        </p:nvSpPr>
        <p:spPr>
          <a:xfrm>
            <a:off x="311718" y="996093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lang="en-US" altLang="ko-KR" sz="800" b="1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FA779288-7ED0-5753-E19D-10C534094B58}"/>
              </a:ext>
            </a:extLst>
          </p:cNvPr>
          <p:cNvSpPr/>
          <p:nvPr/>
        </p:nvSpPr>
        <p:spPr bwMode="auto">
          <a:xfrm rot="2700000">
            <a:off x="2897695" y="2360752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L 도형 12">
            <a:extLst>
              <a:ext uri="{FF2B5EF4-FFF2-40B4-BE49-F238E27FC236}">
                <a16:creationId xmlns:a16="http://schemas.microsoft.com/office/drawing/2014/main" id="{3ECC67C8-3266-78C8-AB02-B7DC294260C0}"/>
              </a:ext>
            </a:extLst>
          </p:cNvPr>
          <p:cNvSpPr/>
          <p:nvPr/>
        </p:nvSpPr>
        <p:spPr bwMode="auto">
          <a:xfrm rot="13500000">
            <a:off x="4693312" y="2360752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BF2B0CE-406F-8C7B-BE7E-4B6E47CDB8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3265244"/>
              </p:ext>
            </p:extLst>
          </p:nvPr>
        </p:nvGraphicFramePr>
        <p:xfrm>
          <a:off x="3109528" y="2290195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FF9BDBC6-6EDA-18BC-DDCA-270CC210E908}"/>
              </a:ext>
            </a:extLst>
          </p:cNvPr>
          <p:cNvGrpSpPr/>
          <p:nvPr/>
        </p:nvGrpSpPr>
        <p:grpSpPr>
          <a:xfrm rot="5400000" flipH="1">
            <a:off x="66563" y="1219506"/>
            <a:ext cx="230832" cy="251992"/>
            <a:chOff x="4437623" y="2066810"/>
            <a:chExt cx="230832" cy="251992"/>
          </a:xfrm>
        </p:grpSpPr>
        <p:sp>
          <p:nvSpPr>
            <p:cNvPr id="5" name="눈물 방울 4">
              <a:extLst>
                <a:ext uri="{FF2B5EF4-FFF2-40B4-BE49-F238E27FC236}">
                  <a16:creationId xmlns:a16="http://schemas.microsoft.com/office/drawing/2014/main" id="{9F3DABA7-E150-169F-5253-6FD27A4E02D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DEF412C-3BB5-F9AC-5BF8-5504B9281E1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7" name="Group 134">
            <a:extLst>
              <a:ext uri="{FF2B5EF4-FFF2-40B4-BE49-F238E27FC236}">
                <a16:creationId xmlns:a16="http://schemas.microsoft.com/office/drawing/2014/main" id="{A503A5BB-EE0C-6411-5895-358A5B49A4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8813188"/>
              </p:ext>
            </p:extLst>
          </p:nvPr>
        </p:nvGraphicFramePr>
        <p:xfrm>
          <a:off x="7562672" y="283032"/>
          <a:ext cx="2307098" cy="182333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소리내어 읽기 관리에서 등록한 콘텐츠를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새창으로 해당 학습의 상세화면을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9A70426-148E-6C90-8A3C-B80FB1EE96AE}"/>
              </a:ext>
            </a:extLst>
          </p:cNvPr>
          <p:cNvGrpSpPr/>
          <p:nvPr/>
        </p:nvGrpSpPr>
        <p:grpSpPr>
          <a:xfrm rot="5400000" flipH="1">
            <a:off x="3803603" y="1524202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4313D25F-82FE-89E7-8DEB-CDB0BF32052C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266CB354-BBC1-6AFD-D55C-A4EBC7D30A0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515622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645106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58887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4" name="표 20">
            <a:extLst>
              <a:ext uri="{FF2B5EF4-FFF2-40B4-BE49-F238E27FC236}">
                <a16:creationId xmlns:a16="http://schemas.microsoft.com/office/drawing/2014/main" id="{CDA3E329-7CBD-A191-F38C-F1C854CEB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560591"/>
              </p:ext>
            </p:extLst>
          </p:nvPr>
        </p:nvGraphicFramePr>
        <p:xfrm>
          <a:off x="307975" y="584200"/>
          <a:ext cx="7093600" cy="3661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720">
                  <a:extLst>
                    <a:ext uri="{9D8B030D-6E8A-4147-A177-3AD203B41FA5}">
                      <a16:colId xmlns:a16="http://schemas.microsoft.com/office/drawing/2014/main" val="1415391386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175134602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263368994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1974071055"/>
                    </a:ext>
                  </a:extLst>
                </a:gridCol>
                <a:gridCol w="1418720">
                  <a:extLst>
                    <a:ext uri="{9D8B030D-6E8A-4147-A177-3AD203B41FA5}">
                      <a16:colId xmlns:a16="http://schemas.microsoft.com/office/drawing/2014/main" val="3006582860"/>
                    </a:ext>
                  </a:extLst>
                </a:gridCol>
              </a:tblGrid>
              <a:tr h="3661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오디오북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독서확인 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소리내어 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499321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15D8B1F-0066-DDEE-283E-286B3CC1D9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4183815"/>
              </p:ext>
            </p:extLst>
          </p:nvPr>
        </p:nvGraphicFramePr>
        <p:xfrm>
          <a:off x="307972" y="1251497"/>
          <a:ext cx="7093604" cy="1350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255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69636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478971">
                  <a:extLst>
                    <a:ext uri="{9D8B030D-6E8A-4147-A177-3AD203B41FA5}">
                      <a16:colId xmlns:a16="http://schemas.microsoft.com/office/drawing/2014/main" val="3823084813"/>
                    </a:ext>
                  </a:extLst>
                </a:gridCol>
                <a:gridCol w="896983">
                  <a:extLst>
                    <a:ext uri="{9D8B030D-6E8A-4147-A177-3AD203B41FA5}">
                      <a16:colId xmlns:a16="http://schemas.microsoft.com/office/drawing/2014/main" val="3720955681"/>
                    </a:ext>
                  </a:extLst>
                </a:gridCol>
                <a:gridCol w="2107475">
                  <a:extLst>
                    <a:ext uri="{9D8B030D-6E8A-4147-A177-3AD203B41FA5}">
                      <a16:colId xmlns:a16="http://schemas.microsoft.com/office/drawing/2014/main" val="659054229"/>
                    </a:ext>
                  </a:extLst>
                </a:gridCol>
                <a:gridCol w="1123405">
                  <a:extLst>
                    <a:ext uri="{9D8B030D-6E8A-4147-A177-3AD203B41FA5}">
                      <a16:colId xmlns:a16="http://schemas.microsoft.com/office/drawing/2014/main" val="3399557524"/>
                    </a:ext>
                  </a:extLst>
                </a:gridCol>
                <a:gridCol w="722812">
                  <a:extLst>
                    <a:ext uri="{9D8B030D-6E8A-4147-A177-3AD203B41FA5}">
                      <a16:colId xmlns:a16="http://schemas.microsoft.com/office/drawing/2014/main" val="130955458"/>
                    </a:ext>
                  </a:extLst>
                </a:gridCol>
                <a:gridCol w="791770">
                  <a:extLst>
                    <a:ext uri="{9D8B030D-6E8A-4147-A177-3AD203B41FA5}">
                      <a16:colId xmlns:a16="http://schemas.microsoft.com/office/drawing/2014/main" val="164712942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TYPE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이미지를 선택하여  단어를 학습하기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문해력 게임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텍스트를 선택하여 단어를 학습하기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 선택하거나 쓰기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(typing)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워드 서치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 긋기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8B88A0C-56AB-0B85-49DD-B71826F3CE8E}"/>
              </a:ext>
            </a:extLst>
          </p:cNvPr>
          <p:cNvSpPr txBox="1"/>
          <p:nvPr/>
        </p:nvSpPr>
        <p:spPr>
          <a:xfrm>
            <a:off x="311718" y="1014102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DD6E6B-0FAB-80D7-2297-8C4D15BC9904}"/>
              </a:ext>
            </a:extLst>
          </p:cNvPr>
          <p:cNvSpPr txBox="1"/>
          <p:nvPr/>
        </p:nvSpPr>
        <p:spPr>
          <a:xfrm>
            <a:off x="3664535" y="2719561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9" name="L 도형 28">
            <a:extLst>
              <a:ext uri="{FF2B5EF4-FFF2-40B4-BE49-F238E27FC236}">
                <a16:creationId xmlns:a16="http://schemas.microsoft.com/office/drawing/2014/main" id="{73377005-C259-82FC-A459-D940AAF753D3}"/>
              </a:ext>
            </a:extLst>
          </p:cNvPr>
          <p:cNvSpPr/>
          <p:nvPr/>
        </p:nvSpPr>
        <p:spPr bwMode="auto">
          <a:xfrm rot="2700000">
            <a:off x="2897695" y="282492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L 도형 29">
            <a:extLst>
              <a:ext uri="{FF2B5EF4-FFF2-40B4-BE49-F238E27FC236}">
                <a16:creationId xmlns:a16="http://schemas.microsoft.com/office/drawing/2014/main" id="{178B8D44-47A8-BC8A-673D-2331DC3214C6}"/>
              </a:ext>
            </a:extLst>
          </p:cNvPr>
          <p:cNvSpPr/>
          <p:nvPr/>
        </p:nvSpPr>
        <p:spPr bwMode="auto">
          <a:xfrm rot="13500000">
            <a:off x="4693312" y="282492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4759C1DE-62E2-A2B3-6239-EAB3E99C8B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240067"/>
              </p:ext>
            </p:extLst>
          </p:nvPr>
        </p:nvGraphicFramePr>
        <p:xfrm>
          <a:off x="3109528" y="2754367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1" name="Group 134">
            <a:extLst>
              <a:ext uri="{FF2B5EF4-FFF2-40B4-BE49-F238E27FC236}">
                <a16:creationId xmlns:a16="http://schemas.microsoft.com/office/drawing/2014/main" id="{C1B23B13-33EC-89FD-39F1-3369D3B67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648997"/>
              </p:ext>
            </p:extLst>
          </p:nvPr>
        </p:nvGraphicFramePr>
        <p:xfrm>
          <a:off x="7562672" y="283032"/>
          <a:ext cx="2307098" cy="182333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소리내어 읽기 관리에서 등록한 콘텐츠를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새창으로 해당 학습의 상세화면을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2" name="그룹 41">
            <a:extLst>
              <a:ext uri="{FF2B5EF4-FFF2-40B4-BE49-F238E27FC236}">
                <a16:creationId xmlns:a16="http://schemas.microsoft.com/office/drawing/2014/main" id="{2ABC633B-E083-04BD-8864-0D0B81178236}"/>
              </a:ext>
            </a:extLst>
          </p:cNvPr>
          <p:cNvGrpSpPr/>
          <p:nvPr/>
        </p:nvGrpSpPr>
        <p:grpSpPr>
          <a:xfrm rot="5400000" flipH="1">
            <a:off x="66563" y="1219506"/>
            <a:ext cx="230832" cy="251992"/>
            <a:chOff x="4437623" y="2066810"/>
            <a:chExt cx="230832" cy="251992"/>
          </a:xfrm>
        </p:grpSpPr>
        <p:sp>
          <p:nvSpPr>
            <p:cNvPr id="43" name="눈물 방울 42">
              <a:extLst>
                <a:ext uri="{FF2B5EF4-FFF2-40B4-BE49-F238E27FC236}">
                  <a16:creationId xmlns:a16="http://schemas.microsoft.com/office/drawing/2014/main" id="{63BBE6D3-7DC0-C4F3-5A28-2DC51EE40A9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9861153C-588F-11B6-BC49-D4A21F0047B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72F685B-A92B-B6E3-4745-1CC509904B2C}"/>
              </a:ext>
            </a:extLst>
          </p:cNvPr>
          <p:cNvGrpSpPr/>
          <p:nvPr/>
        </p:nvGrpSpPr>
        <p:grpSpPr>
          <a:xfrm rot="5400000" flipH="1">
            <a:off x="5736906" y="1524202"/>
            <a:ext cx="230832" cy="251992"/>
            <a:chOff x="4437623" y="2066810"/>
            <a:chExt cx="230832" cy="251992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6665892E-2E1A-B22A-D1A5-AA66E717D415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A09110A6-D00B-812B-FE12-7EBF0D080D0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330048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이북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326747892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96873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20230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오디오북을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38881"/>
              </p:ext>
            </p:extLst>
          </p:nvPr>
        </p:nvGraphicFramePr>
        <p:xfrm>
          <a:off x="307972" y="2147054"/>
          <a:ext cx="7093604" cy="23489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853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25915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881186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2010596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1191464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75905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이북 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Book</a:t>
                      </a: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6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909659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64535" y="3615118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464597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1265253"/>
              </p:ext>
            </p:extLst>
          </p:nvPr>
        </p:nvGraphicFramePr>
        <p:xfrm>
          <a:off x="307974" y="1058092"/>
          <a:ext cx="7093604" cy="73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이북 제목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487B5888-3F23-0E43-E431-955F22104A9C}"/>
              </a:ext>
            </a:extLst>
          </p:cNvPr>
          <p:cNvSpPr txBox="1"/>
          <p:nvPr/>
        </p:nvSpPr>
        <p:spPr>
          <a:xfrm>
            <a:off x="1399575" y="1520308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412905" y="1476573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75005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75005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679497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6B43DFA0-E8C6-522E-33DA-C6E74FE2C6F7}"/>
              </a:ext>
            </a:extLst>
          </p:cNvPr>
          <p:cNvGrpSpPr/>
          <p:nvPr/>
        </p:nvGrpSpPr>
        <p:grpSpPr>
          <a:xfrm>
            <a:off x="1408284" y="1159768"/>
            <a:ext cx="1879419" cy="182240"/>
            <a:chOff x="5720375" y="2134256"/>
            <a:chExt cx="1879419" cy="182240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9155945-45EE-ABC6-735F-BD01E7F0ECF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이등변 삼각형 6">
              <a:extLst>
                <a:ext uri="{FF2B5EF4-FFF2-40B4-BE49-F238E27FC236}">
                  <a16:creationId xmlns:a16="http://schemas.microsoft.com/office/drawing/2014/main" id="{27B84071-B2D0-FF9E-4248-353FC5DE1428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704064F-2A9C-3D50-83B5-FC439B6C7FE4}"/>
              </a:ext>
            </a:extLst>
          </p:cNvPr>
          <p:cNvSpPr txBox="1"/>
          <p:nvPr/>
        </p:nvSpPr>
        <p:spPr>
          <a:xfrm>
            <a:off x="3508100" y="1164239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63A67DE1-F27B-1F21-A4CC-4CAE5FBD3BEF}"/>
              </a:ext>
            </a:extLst>
          </p:cNvPr>
          <p:cNvGrpSpPr/>
          <p:nvPr/>
        </p:nvGrpSpPr>
        <p:grpSpPr>
          <a:xfrm>
            <a:off x="4108864" y="1158465"/>
            <a:ext cx="1276895" cy="182240"/>
            <a:chOff x="5720375" y="2134256"/>
            <a:chExt cx="1276895" cy="182240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F17D25A-54B3-23BC-B95E-EF230A59C348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E91ACD40-0E54-98A0-C99D-B89C0F17F944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2DBB7B1C-182A-F3CF-4579-F0182B6684E6}"/>
              </a:ext>
            </a:extLst>
          </p:cNvPr>
          <p:cNvGrpSpPr/>
          <p:nvPr/>
        </p:nvGrpSpPr>
        <p:grpSpPr>
          <a:xfrm rot="5400000" flipH="1">
            <a:off x="66563" y="2136474"/>
            <a:ext cx="230832" cy="251992"/>
            <a:chOff x="4437623" y="2066810"/>
            <a:chExt cx="230832" cy="251992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5095B5CD-A6F4-22F9-088C-C1CBCED1FE2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0432965C-A272-1BEA-46BF-037D6625BC6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FE07C49-56A4-5D0F-C8B2-7CFAD62C12BB}"/>
              </a:ext>
            </a:extLst>
          </p:cNvPr>
          <p:cNvGrpSpPr/>
          <p:nvPr/>
        </p:nvGrpSpPr>
        <p:grpSpPr>
          <a:xfrm rot="5400000" flipH="1">
            <a:off x="6377102" y="4635395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4E23F1C1-F4AE-130C-15C0-9231CC68CB3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8D1B6F7-4D95-8A64-BEEB-0EF0767E48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3A9C7DA-1AB3-17E2-BD73-8657B9E5010F}"/>
              </a:ext>
            </a:extLst>
          </p:cNvPr>
          <p:cNvGrpSpPr/>
          <p:nvPr/>
        </p:nvGrpSpPr>
        <p:grpSpPr>
          <a:xfrm rot="5400000" flipH="1">
            <a:off x="3599879" y="2410297"/>
            <a:ext cx="230832" cy="314510"/>
            <a:chOff x="4437623" y="2035551"/>
            <a:chExt cx="230832" cy="314510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DA34AB76-65B6-DB3B-58DE-BA53446AB555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1DAA5B1A-3662-B61D-2F38-DA15A4299EAC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15460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591675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621780"/>
              </p:ext>
            </p:extLst>
          </p:nvPr>
        </p:nvGraphicFramePr>
        <p:xfrm>
          <a:off x="7562672" y="283032"/>
          <a:ext cx="2307098" cy="696029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연결할 도서 설정을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도서설정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선택하여 진행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도서설정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설정삭제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설정된 도서명을 초기화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설정했을 때 도서 설정 화면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309044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00480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pdf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8a)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78507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숫자로만 입력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표지를 제외한 학습이 시작한 페이지 번호와 종료되는 페이지 번호를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입력된 숫자에 따라 이북 컨텐츠내에서 각 페이지별로 음성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70982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306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7474250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05334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3C15B8B-F7F8-86A8-41BF-017EABC39D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183813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0271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880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061494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이미지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콘텐츠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874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이북 페이지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8346723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4A85F779-1FF3-C6FE-A205-E786781F0C2F}"/>
              </a:ext>
            </a:extLst>
          </p:cNvPr>
          <p:cNvGrpSpPr/>
          <p:nvPr/>
        </p:nvGrpSpPr>
        <p:grpSpPr>
          <a:xfrm>
            <a:off x="1437571" y="2216868"/>
            <a:ext cx="5925555" cy="443476"/>
            <a:chOff x="1420969" y="2864949"/>
            <a:chExt cx="5925555" cy="44347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01C3E07-B30E-C9D1-5660-84DF047C773C}"/>
                </a:ext>
              </a:extLst>
            </p:cNvPr>
            <p:cNvSpPr txBox="1"/>
            <p:nvPr/>
          </p:nvSpPr>
          <p:spPr>
            <a:xfrm>
              <a:off x="1489324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A00322B-1A3A-8F96-4CD9-BFD61EB3E99A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E1E09D9-C2A3-F012-7AA5-03E1E8191978}"/>
              </a:ext>
            </a:extLst>
          </p:cNvPr>
          <p:cNvSpPr/>
          <p:nvPr/>
        </p:nvSpPr>
        <p:spPr>
          <a:xfrm>
            <a:off x="6638159" y="351556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29DA56-5F07-64DC-0082-394F7C5518C4}"/>
              </a:ext>
            </a:extLst>
          </p:cNvPr>
          <p:cNvSpPr/>
          <p:nvPr/>
        </p:nvSpPr>
        <p:spPr>
          <a:xfrm>
            <a:off x="5748967" y="351556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5E7F3D54-C7C7-78BA-7BB8-14379F454310}"/>
              </a:ext>
            </a:extLst>
          </p:cNvPr>
          <p:cNvGrpSpPr/>
          <p:nvPr/>
        </p:nvGrpSpPr>
        <p:grpSpPr>
          <a:xfrm>
            <a:off x="1505880" y="2677463"/>
            <a:ext cx="3760559" cy="227895"/>
            <a:chOff x="2766496" y="4254336"/>
            <a:chExt cx="3760559" cy="22789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F86199F-37BB-0A80-76A0-28723F921AA1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4E7ECE8D-662F-441C-38E1-D8BEFB04A40F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622142B-4E82-A7E4-7F8E-2201833774CC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2" name="그림 41">
                <a:extLst>
                  <a:ext uri="{FF2B5EF4-FFF2-40B4-BE49-F238E27FC236}">
                    <a16:creationId xmlns:a16="http://schemas.microsoft.com/office/drawing/2014/main" id="{DCD77050-689F-A3CF-F534-EA3D3934FF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53AB1B1-9812-C0A7-2193-9968496B0725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A5A33E55-A1D2-4D8F-4FC5-74356F3EB0B3}"/>
              </a:ext>
            </a:extLst>
          </p:cNvPr>
          <p:cNvSpPr txBox="1"/>
          <p:nvPr/>
        </p:nvSpPr>
        <p:spPr>
          <a:xfrm>
            <a:off x="1509101" y="1910792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4E69436-2811-C5E7-9341-B5BA60DDC7A5}"/>
              </a:ext>
            </a:extLst>
          </p:cNvPr>
          <p:cNvSpPr/>
          <p:nvPr/>
        </p:nvSpPr>
        <p:spPr>
          <a:xfrm>
            <a:off x="3070727" y="190674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1F7F142-8132-514B-07FB-3DF73C8D2562}"/>
              </a:ext>
            </a:extLst>
          </p:cNvPr>
          <p:cNvSpPr/>
          <p:nvPr/>
        </p:nvSpPr>
        <p:spPr>
          <a:xfrm>
            <a:off x="1509100" y="2969136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6BF4FB7-40DC-03B4-FD52-AE24D8F840E1}"/>
              </a:ext>
            </a:extLst>
          </p:cNvPr>
          <p:cNvSpPr/>
          <p:nvPr/>
        </p:nvSpPr>
        <p:spPr>
          <a:xfrm>
            <a:off x="1509101" y="3240564"/>
            <a:ext cx="317318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99E322-E62B-E85F-31B2-E4B19A0761FB}"/>
              </a:ext>
            </a:extLst>
          </p:cNvPr>
          <p:cNvSpPr txBox="1"/>
          <p:nvPr/>
        </p:nvSpPr>
        <p:spPr>
          <a:xfrm>
            <a:off x="1920332" y="3233777"/>
            <a:ext cx="4415239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숫자로만 입력가능합니다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입력된 페이지 수에 따라 적용할 수 있는 음원 항목이 설정됩니다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531E3EDA-B41A-ED29-C815-7412CF470B66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2FC28E2-7169-356D-3C61-FE96AC3C092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이등변 삼각형 42">
              <a:extLst>
                <a:ext uri="{FF2B5EF4-FFF2-40B4-BE49-F238E27FC236}">
                  <a16:creationId xmlns:a16="http://schemas.microsoft.com/office/drawing/2014/main" id="{CE5D95FD-1EA8-0B3E-CC76-185C84DC1162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6724B06E-E7F1-6DEC-3F93-B5307133B130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0B3A517-8EBA-CB89-FBF5-4422DDB6AFD4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이등변 삼각형 55">
              <a:extLst>
                <a:ext uri="{FF2B5EF4-FFF2-40B4-BE49-F238E27FC236}">
                  <a16:creationId xmlns:a16="http://schemas.microsoft.com/office/drawing/2014/main" id="{0834419E-A643-1C72-1FD1-65B0B53EB535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7C9E8DA-614E-69A2-0692-C2AB6F4D717D}"/>
              </a:ext>
            </a:extLst>
          </p:cNvPr>
          <p:cNvSpPr/>
          <p:nvPr/>
        </p:nvSpPr>
        <p:spPr>
          <a:xfrm>
            <a:off x="3727054" y="1906740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8CDE2CA9-C1D4-21FB-262A-27DC11A0DCCD}"/>
              </a:ext>
            </a:extLst>
          </p:cNvPr>
          <p:cNvGrpSpPr/>
          <p:nvPr/>
        </p:nvGrpSpPr>
        <p:grpSpPr>
          <a:xfrm rot="5400000" flipH="1">
            <a:off x="21789" y="1066569"/>
            <a:ext cx="230832" cy="251992"/>
            <a:chOff x="4437623" y="2066810"/>
            <a:chExt cx="230832" cy="251992"/>
          </a:xfrm>
        </p:grpSpPr>
        <p:sp>
          <p:nvSpPr>
            <p:cNvPr id="97" name="눈물 방울 96">
              <a:extLst>
                <a:ext uri="{FF2B5EF4-FFF2-40B4-BE49-F238E27FC236}">
                  <a16:creationId xmlns:a16="http://schemas.microsoft.com/office/drawing/2014/main" id="{8F90409B-4F72-D54C-2495-4CDEE39B54A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038488A4-52F8-13F2-6CB4-82132DB285E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D6CD014F-CD2D-6989-AA42-83664BE9BD7D}"/>
              </a:ext>
            </a:extLst>
          </p:cNvPr>
          <p:cNvGrpSpPr/>
          <p:nvPr/>
        </p:nvGrpSpPr>
        <p:grpSpPr>
          <a:xfrm rot="5400000" flipH="1">
            <a:off x="21789" y="1342162"/>
            <a:ext cx="230832" cy="251992"/>
            <a:chOff x="4437623" y="2066810"/>
            <a:chExt cx="230832" cy="251992"/>
          </a:xfrm>
        </p:grpSpPr>
        <p:sp>
          <p:nvSpPr>
            <p:cNvPr id="121" name="눈물 방울 120">
              <a:extLst>
                <a:ext uri="{FF2B5EF4-FFF2-40B4-BE49-F238E27FC236}">
                  <a16:creationId xmlns:a16="http://schemas.microsoft.com/office/drawing/2014/main" id="{72859ED4-564A-919D-22FA-DBD1CED1A8C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30CBD442-A6DB-A737-B7D9-491AD129D66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4F6645B8-10C4-F5EB-B5EB-BE232266D315}"/>
              </a:ext>
            </a:extLst>
          </p:cNvPr>
          <p:cNvGrpSpPr/>
          <p:nvPr/>
        </p:nvGrpSpPr>
        <p:grpSpPr>
          <a:xfrm rot="5400000" flipH="1">
            <a:off x="21789" y="1633003"/>
            <a:ext cx="230832" cy="251992"/>
            <a:chOff x="4437623" y="2066810"/>
            <a:chExt cx="230832" cy="251992"/>
          </a:xfrm>
        </p:grpSpPr>
        <p:sp>
          <p:nvSpPr>
            <p:cNvPr id="124" name="눈물 방울 123">
              <a:extLst>
                <a:ext uri="{FF2B5EF4-FFF2-40B4-BE49-F238E27FC236}">
                  <a16:creationId xmlns:a16="http://schemas.microsoft.com/office/drawing/2014/main" id="{DD434CF3-23CB-4470-6CF7-4A10DD75BB8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EC97EB52-0CC3-1B0F-AE71-55BC5898194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CC46ECC5-C376-48C5-E10F-C3ADE9553B9A}"/>
              </a:ext>
            </a:extLst>
          </p:cNvPr>
          <p:cNvGrpSpPr/>
          <p:nvPr/>
        </p:nvGrpSpPr>
        <p:grpSpPr>
          <a:xfrm rot="5400000" flipH="1">
            <a:off x="21789" y="1887563"/>
            <a:ext cx="230832" cy="251992"/>
            <a:chOff x="4437623" y="2066810"/>
            <a:chExt cx="230832" cy="251992"/>
          </a:xfrm>
        </p:grpSpPr>
        <p:sp>
          <p:nvSpPr>
            <p:cNvPr id="127" name="눈물 방울 126">
              <a:extLst>
                <a:ext uri="{FF2B5EF4-FFF2-40B4-BE49-F238E27FC236}">
                  <a16:creationId xmlns:a16="http://schemas.microsoft.com/office/drawing/2014/main" id="{41239AB4-2C76-3C8D-CD0D-5C22654528D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BB7BFE2-8618-0896-95AA-91A89B4FE50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610B9C9C-1C4E-020D-C23D-1CB2F3BB2A91}"/>
              </a:ext>
            </a:extLst>
          </p:cNvPr>
          <p:cNvGrpSpPr/>
          <p:nvPr/>
        </p:nvGrpSpPr>
        <p:grpSpPr>
          <a:xfrm rot="5400000" flipH="1">
            <a:off x="21789" y="2265831"/>
            <a:ext cx="230832" cy="251992"/>
            <a:chOff x="4437623" y="2066810"/>
            <a:chExt cx="230832" cy="251992"/>
          </a:xfrm>
        </p:grpSpPr>
        <p:sp>
          <p:nvSpPr>
            <p:cNvPr id="130" name="눈물 방울 129">
              <a:extLst>
                <a:ext uri="{FF2B5EF4-FFF2-40B4-BE49-F238E27FC236}">
                  <a16:creationId xmlns:a16="http://schemas.microsoft.com/office/drawing/2014/main" id="{2508662E-FCDE-B5F3-A6DE-DFB11454CE7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F8FFAB65-4C8D-D169-5649-C7F02A53804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C6EB1AE-9B2E-CD6F-FE81-D908CB730A7B}"/>
              </a:ext>
            </a:extLst>
          </p:cNvPr>
          <p:cNvSpPr txBox="1"/>
          <p:nvPr/>
        </p:nvSpPr>
        <p:spPr>
          <a:xfrm>
            <a:off x="1509101" y="5480626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설정한 도서명을 표시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EB010924-3F80-A871-1271-DF9307C7DAEE}"/>
              </a:ext>
            </a:extLst>
          </p:cNvPr>
          <p:cNvSpPr/>
          <p:nvPr/>
        </p:nvSpPr>
        <p:spPr>
          <a:xfrm>
            <a:off x="3070727" y="547657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82BE34C4-E360-5B7F-FBC9-F6B084887F2C}"/>
              </a:ext>
            </a:extLst>
          </p:cNvPr>
          <p:cNvSpPr/>
          <p:nvPr/>
        </p:nvSpPr>
        <p:spPr>
          <a:xfrm>
            <a:off x="3727054" y="5476574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B4344A7B-31A2-54FB-3B69-18AD579C71D0}"/>
              </a:ext>
            </a:extLst>
          </p:cNvPr>
          <p:cNvGrpSpPr/>
          <p:nvPr/>
        </p:nvGrpSpPr>
        <p:grpSpPr>
          <a:xfrm rot="5400000" flipH="1">
            <a:off x="4447267" y="1878023"/>
            <a:ext cx="230832" cy="314510"/>
            <a:chOff x="4437624" y="2035552"/>
            <a:chExt cx="230832" cy="314510"/>
          </a:xfrm>
        </p:grpSpPr>
        <p:sp>
          <p:nvSpPr>
            <p:cNvPr id="136" name="눈물 방울 135">
              <a:extLst>
                <a:ext uri="{FF2B5EF4-FFF2-40B4-BE49-F238E27FC236}">
                  <a16:creationId xmlns:a16="http://schemas.microsoft.com/office/drawing/2014/main" id="{F88F48AC-20B0-9C75-F8E3-12F768F81B41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79B85BCF-782E-4A62-31F8-A6C2FB1D3344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219D7EE5-0990-803D-C567-071B6E270DDA}"/>
              </a:ext>
            </a:extLst>
          </p:cNvPr>
          <p:cNvGrpSpPr/>
          <p:nvPr/>
        </p:nvGrpSpPr>
        <p:grpSpPr>
          <a:xfrm rot="5400000" flipH="1">
            <a:off x="4425220" y="5434735"/>
            <a:ext cx="230832" cy="314510"/>
            <a:chOff x="4437623" y="2035551"/>
            <a:chExt cx="230832" cy="314510"/>
          </a:xfrm>
        </p:grpSpPr>
        <p:sp>
          <p:nvSpPr>
            <p:cNvPr id="139" name="눈물 방울 138">
              <a:extLst>
                <a:ext uri="{FF2B5EF4-FFF2-40B4-BE49-F238E27FC236}">
                  <a16:creationId xmlns:a16="http://schemas.microsoft.com/office/drawing/2014/main" id="{4C147667-A074-62ED-D4A0-476D9921733B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3211B1D-FED9-7014-DDD9-341C82EEC4CB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97D326FD-8735-3B96-108B-CEF9B19AEB2B}"/>
              </a:ext>
            </a:extLst>
          </p:cNvPr>
          <p:cNvGrpSpPr/>
          <p:nvPr/>
        </p:nvGrpSpPr>
        <p:grpSpPr>
          <a:xfrm rot="5400000" flipH="1">
            <a:off x="23020" y="2655485"/>
            <a:ext cx="230832" cy="251992"/>
            <a:chOff x="4437623" y="2066810"/>
            <a:chExt cx="230832" cy="251992"/>
          </a:xfrm>
        </p:grpSpPr>
        <p:sp>
          <p:nvSpPr>
            <p:cNvPr id="142" name="눈물 방울 141">
              <a:extLst>
                <a:ext uri="{FF2B5EF4-FFF2-40B4-BE49-F238E27FC236}">
                  <a16:creationId xmlns:a16="http://schemas.microsoft.com/office/drawing/2014/main" id="{B74024E4-9D2E-5D91-CCE6-9C889B662E1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2AB1573E-4F25-C2EE-F8B6-D421B79B24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C53FE7BE-2FE6-4071-6B62-8433046F4F4D}"/>
              </a:ext>
            </a:extLst>
          </p:cNvPr>
          <p:cNvGrpSpPr/>
          <p:nvPr/>
        </p:nvGrpSpPr>
        <p:grpSpPr>
          <a:xfrm rot="5400000" flipH="1">
            <a:off x="23020" y="2939702"/>
            <a:ext cx="230832" cy="251992"/>
            <a:chOff x="4437623" y="2066810"/>
            <a:chExt cx="230832" cy="251992"/>
          </a:xfrm>
        </p:grpSpPr>
        <p:sp>
          <p:nvSpPr>
            <p:cNvPr id="145" name="눈물 방울 144">
              <a:extLst>
                <a:ext uri="{FF2B5EF4-FFF2-40B4-BE49-F238E27FC236}">
                  <a16:creationId xmlns:a16="http://schemas.microsoft.com/office/drawing/2014/main" id="{62E83CC8-9899-D072-42D1-8CCEE0E00F8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E447D703-1BA9-B721-6C6A-5D2C402C86D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24ADA50-2713-32EF-4A53-E0A9E0D5D570}"/>
              </a:ext>
            </a:extLst>
          </p:cNvPr>
          <p:cNvGrpSpPr/>
          <p:nvPr/>
        </p:nvGrpSpPr>
        <p:grpSpPr>
          <a:xfrm rot="5400000" flipH="1">
            <a:off x="23020" y="3198191"/>
            <a:ext cx="230832" cy="251992"/>
            <a:chOff x="4437623" y="2066810"/>
            <a:chExt cx="230832" cy="251992"/>
          </a:xfrm>
        </p:grpSpPr>
        <p:sp>
          <p:nvSpPr>
            <p:cNvPr id="148" name="눈물 방울 147">
              <a:extLst>
                <a:ext uri="{FF2B5EF4-FFF2-40B4-BE49-F238E27FC236}">
                  <a16:creationId xmlns:a16="http://schemas.microsoft.com/office/drawing/2014/main" id="{76FBB220-157D-51CF-43BD-78221B455A6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9C36406B-EDE0-C520-ADF2-A7EFF5753A9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A3881710-5AFB-B876-0EEA-AFFB8C9DC40A}"/>
              </a:ext>
            </a:extLst>
          </p:cNvPr>
          <p:cNvGrpSpPr/>
          <p:nvPr/>
        </p:nvGrpSpPr>
        <p:grpSpPr>
          <a:xfrm rot="5400000" flipH="1">
            <a:off x="6639752" y="3792532"/>
            <a:ext cx="230832" cy="319318"/>
            <a:chOff x="4437623" y="2033147"/>
            <a:chExt cx="230832" cy="319318"/>
          </a:xfrm>
        </p:grpSpPr>
        <p:sp>
          <p:nvSpPr>
            <p:cNvPr id="154" name="눈물 방울 153">
              <a:extLst>
                <a:ext uri="{FF2B5EF4-FFF2-40B4-BE49-F238E27FC236}">
                  <a16:creationId xmlns:a16="http://schemas.microsoft.com/office/drawing/2014/main" id="{332512F7-9659-A508-7DB2-307587411879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EDC1E7AC-4196-B5A1-E886-C7B8C0741635}"/>
                </a:ext>
              </a:extLst>
            </p:cNvPr>
            <p:cNvSpPr/>
            <p:nvPr/>
          </p:nvSpPr>
          <p:spPr>
            <a:xfrm rot="5400000">
              <a:off x="4393380" y="2077390"/>
              <a:ext cx="31931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3E2343BF-17DB-2698-51DD-926DB749E4B7}"/>
              </a:ext>
            </a:extLst>
          </p:cNvPr>
          <p:cNvGrpSpPr/>
          <p:nvPr/>
        </p:nvGrpSpPr>
        <p:grpSpPr>
          <a:xfrm rot="5400000" flipH="1">
            <a:off x="6094159" y="3826195"/>
            <a:ext cx="230832" cy="251992"/>
            <a:chOff x="4437623" y="2066810"/>
            <a:chExt cx="230832" cy="251992"/>
          </a:xfrm>
        </p:grpSpPr>
        <p:sp>
          <p:nvSpPr>
            <p:cNvPr id="157" name="눈물 방울 156">
              <a:extLst>
                <a:ext uri="{FF2B5EF4-FFF2-40B4-BE49-F238E27FC236}">
                  <a16:creationId xmlns:a16="http://schemas.microsoft.com/office/drawing/2014/main" id="{62AA1D5A-9ABB-3C90-B81D-F68443F52BDD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F186BED-44CA-689A-B8FA-D82F92F1188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99BE7807-34F4-31E6-EC6D-9A12C2BEED36}"/>
              </a:ext>
            </a:extLst>
          </p:cNvPr>
          <p:cNvGrpSpPr/>
          <p:nvPr/>
        </p:nvGrpSpPr>
        <p:grpSpPr>
          <a:xfrm rot="5400000">
            <a:off x="6877289" y="3777575"/>
            <a:ext cx="230832" cy="333746"/>
            <a:chOff x="6369090" y="6065244"/>
            <a:chExt cx="230832" cy="333746"/>
          </a:xfrm>
        </p:grpSpPr>
        <p:sp>
          <p:nvSpPr>
            <p:cNvPr id="160" name="눈물 방울 159">
              <a:extLst>
                <a:ext uri="{FF2B5EF4-FFF2-40B4-BE49-F238E27FC236}">
                  <a16:creationId xmlns:a16="http://schemas.microsoft.com/office/drawing/2014/main" id="{AA0CE35B-2B47-2D07-85FC-69B4494DB1AD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19C14478-2CED-7E98-E548-870E2558B21D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F687B214-0BDD-EE93-07D4-5D1C45A07299}"/>
              </a:ext>
            </a:extLst>
          </p:cNvPr>
          <p:cNvGrpSpPr/>
          <p:nvPr/>
        </p:nvGrpSpPr>
        <p:grpSpPr>
          <a:xfrm rot="5400000">
            <a:off x="5730765" y="3781583"/>
            <a:ext cx="230832" cy="325730"/>
            <a:chOff x="6369089" y="6069253"/>
            <a:chExt cx="230832" cy="325730"/>
          </a:xfrm>
        </p:grpSpPr>
        <p:sp>
          <p:nvSpPr>
            <p:cNvPr id="163" name="눈물 방울 162">
              <a:extLst>
                <a:ext uri="{FF2B5EF4-FFF2-40B4-BE49-F238E27FC236}">
                  <a16:creationId xmlns:a16="http://schemas.microsoft.com/office/drawing/2014/main" id="{A86B5445-88D1-FC85-583F-7040CF555A5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342D7802-F194-0635-62A0-2190D9FE6E58}"/>
                </a:ext>
              </a:extLst>
            </p:cNvPr>
            <p:cNvSpPr/>
            <p:nvPr/>
          </p:nvSpPr>
          <p:spPr>
            <a:xfrm rot="16200000" flipH="1">
              <a:off x="6321640" y="6116702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B28C2829-75F1-ECEC-1035-30BE77606806}"/>
              </a:ext>
            </a:extLst>
          </p:cNvPr>
          <p:cNvGrpSpPr/>
          <p:nvPr/>
        </p:nvGrpSpPr>
        <p:grpSpPr>
          <a:xfrm rot="5400000">
            <a:off x="7103943" y="3777575"/>
            <a:ext cx="230832" cy="333746"/>
            <a:chOff x="6369090" y="6065244"/>
            <a:chExt cx="230832" cy="333746"/>
          </a:xfrm>
        </p:grpSpPr>
        <p:sp>
          <p:nvSpPr>
            <p:cNvPr id="166" name="눈물 방울 165">
              <a:extLst>
                <a:ext uri="{FF2B5EF4-FFF2-40B4-BE49-F238E27FC236}">
                  <a16:creationId xmlns:a16="http://schemas.microsoft.com/office/drawing/2014/main" id="{D0B05549-4B18-0418-C82A-44820C3D63D7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5482568D-00E3-109C-52B2-A69F4810021C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2ECB62B-93BC-71FB-AE14-E041C440C519}"/>
              </a:ext>
            </a:extLst>
          </p:cNvPr>
          <p:cNvSpPr txBox="1"/>
          <p:nvPr/>
        </p:nvSpPr>
        <p:spPr>
          <a:xfrm>
            <a:off x="2236613" y="2976151"/>
            <a:ext cx="1739826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PDF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4E559E13-F64F-F098-F894-42A2A33A3B6E}"/>
              </a:ext>
            </a:extLst>
          </p:cNvPr>
          <p:cNvGrpSpPr/>
          <p:nvPr/>
        </p:nvGrpSpPr>
        <p:grpSpPr>
          <a:xfrm>
            <a:off x="3934418" y="2967603"/>
            <a:ext cx="1034798" cy="215444"/>
            <a:chOff x="3840505" y="3503775"/>
            <a:chExt cx="1034798" cy="215444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499F63CF-D51E-DD00-05E7-91D43AAA4248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171" name="그림 170">
              <a:extLst>
                <a:ext uri="{FF2B5EF4-FFF2-40B4-BE49-F238E27FC236}">
                  <a16:creationId xmlns:a16="http://schemas.microsoft.com/office/drawing/2014/main" id="{DEF4E70E-4835-1E57-E03D-6E31FC8D655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1140910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224325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 설정 팝업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8575044"/>
              </p:ext>
            </p:extLst>
          </p:nvPr>
        </p:nvGraphicFramePr>
        <p:xfrm>
          <a:off x="7562672" y="283032"/>
          <a:ext cx="2307098" cy="2120631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검색하기 전의 화면을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검색 시 검색결과를 노출하고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라디오 버튼을 선택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통해 본 페이지에 적용 후 팝업 종료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3C15B8B-F7F8-86A8-41BF-017EABC39D41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0271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880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061494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이미지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콘텐츠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874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이북 페이지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8346723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4A85F779-1FF3-C6FE-A205-E786781F0C2F}"/>
              </a:ext>
            </a:extLst>
          </p:cNvPr>
          <p:cNvGrpSpPr/>
          <p:nvPr/>
        </p:nvGrpSpPr>
        <p:grpSpPr>
          <a:xfrm>
            <a:off x="1437571" y="2216868"/>
            <a:ext cx="5925555" cy="443476"/>
            <a:chOff x="1420969" y="2864949"/>
            <a:chExt cx="5925555" cy="44347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01C3E07-B30E-C9D1-5660-84DF047C773C}"/>
                </a:ext>
              </a:extLst>
            </p:cNvPr>
            <p:cNvSpPr txBox="1"/>
            <p:nvPr/>
          </p:nvSpPr>
          <p:spPr>
            <a:xfrm>
              <a:off x="1489324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A00322B-1A3A-8F96-4CD9-BFD61EB3E99A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E1E09D9-C2A3-F012-7AA5-03E1E8191978}"/>
              </a:ext>
            </a:extLst>
          </p:cNvPr>
          <p:cNvSpPr/>
          <p:nvPr/>
        </p:nvSpPr>
        <p:spPr>
          <a:xfrm>
            <a:off x="6638159" y="351556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29DA56-5F07-64DC-0082-394F7C5518C4}"/>
              </a:ext>
            </a:extLst>
          </p:cNvPr>
          <p:cNvSpPr/>
          <p:nvPr/>
        </p:nvSpPr>
        <p:spPr>
          <a:xfrm>
            <a:off x="5748967" y="351556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5E7F3D54-C7C7-78BA-7BB8-14379F454310}"/>
              </a:ext>
            </a:extLst>
          </p:cNvPr>
          <p:cNvGrpSpPr/>
          <p:nvPr/>
        </p:nvGrpSpPr>
        <p:grpSpPr>
          <a:xfrm>
            <a:off x="1505880" y="2677463"/>
            <a:ext cx="3760559" cy="227895"/>
            <a:chOff x="2766496" y="4254336"/>
            <a:chExt cx="3760559" cy="22789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F86199F-37BB-0A80-76A0-28723F921AA1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4E7ECE8D-662F-441C-38E1-D8BEFB04A40F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622142B-4E82-A7E4-7F8E-2201833774CC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2" name="그림 41">
                <a:extLst>
                  <a:ext uri="{FF2B5EF4-FFF2-40B4-BE49-F238E27FC236}">
                    <a16:creationId xmlns:a16="http://schemas.microsoft.com/office/drawing/2014/main" id="{DCD77050-689F-A3CF-F534-EA3D3934FF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53AB1B1-9812-C0A7-2193-9968496B0725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A5A33E55-A1D2-4D8F-4FC5-74356F3EB0B3}"/>
              </a:ext>
            </a:extLst>
          </p:cNvPr>
          <p:cNvSpPr txBox="1"/>
          <p:nvPr/>
        </p:nvSpPr>
        <p:spPr>
          <a:xfrm>
            <a:off x="1509101" y="1910792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4E69436-2811-C5E7-9341-B5BA60DDC7A5}"/>
              </a:ext>
            </a:extLst>
          </p:cNvPr>
          <p:cNvSpPr/>
          <p:nvPr/>
        </p:nvSpPr>
        <p:spPr>
          <a:xfrm>
            <a:off x="3070727" y="190674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1F7F142-8132-514B-07FB-3DF73C8D2562}"/>
              </a:ext>
            </a:extLst>
          </p:cNvPr>
          <p:cNvSpPr/>
          <p:nvPr/>
        </p:nvSpPr>
        <p:spPr>
          <a:xfrm>
            <a:off x="1509100" y="2969136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4B3DC2D-D0CE-5333-2385-905BA24E96FA}"/>
              </a:ext>
            </a:extLst>
          </p:cNvPr>
          <p:cNvSpPr txBox="1"/>
          <p:nvPr/>
        </p:nvSpPr>
        <p:spPr>
          <a:xfrm>
            <a:off x="2142700" y="2980859"/>
            <a:ext cx="1739826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PDF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6BF4FB7-40DC-03B4-FD52-AE24D8F840E1}"/>
              </a:ext>
            </a:extLst>
          </p:cNvPr>
          <p:cNvSpPr/>
          <p:nvPr/>
        </p:nvSpPr>
        <p:spPr>
          <a:xfrm>
            <a:off x="1509101" y="3240564"/>
            <a:ext cx="317318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99E322-E62B-E85F-31B2-E4B19A0761FB}"/>
              </a:ext>
            </a:extLst>
          </p:cNvPr>
          <p:cNvSpPr txBox="1"/>
          <p:nvPr/>
        </p:nvSpPr>
        <p:spPr>
          <a:xfrm>
            <a:off x="1920332" y="3233777"/>
            <a:ext cx="4415239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숫자로만 입력가능합니다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입력된 페이지 수에 따라 적용할 수 있는 음원 항목이 설정됩니다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531E3EDA-B41A-ED29-C815-7412CF470B66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2FC28E2-7169-356D-3C61-FE96AC3C092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이등변 삼각형 42">
              <a:extLst>
                <a:ext uri="{FF2B5EF4-FFF2-40B4-BE49-F238E27FC236}">
                  <a16:creationId xmlns:a16="http://schemas.microsoft.com/office/drawing/2014/main" id="{CE5D95FD-1EA8-0B3E-CC76-185C84DC1162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6724B06E-E7F1-6DEC-3F93-B5307133B130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0B3A517-8EBA-CB89-FBF5-4422DDB6AFD4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이등변 삼각형 55">
              <a:extLst>
                <a:ext uri="{FF2B5EF4-FFF2-40B4-BE49-F238E27FC236}">
                  <a16:creationId xmlns:a16="http://schemas.microsoft.com/office/drawing/2014/main" id="{0834419E-A643-1C72-1FD1-65B0B53EB535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7C9E8DA-614E-69A2-0692-C2AB6F4D717D}"/>
              </a:ext>
            </a:extLst>
          </p:cNvPr>
          <p:cNvSpPr/>
          <p:nvPr/>
        </p:nvSpPr>
        <p:spPr>
          <a:xfrm>
            <a:off x="3727054" y="1906740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7D454ABF-6932-FDFB-EAAE-1EA6A962E595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66A62E1-D825-1B3F-18A5-9646BC5642DA}"/>
              </a:ext>
            </a:extLst>
          </p:cNvPr>
          <p:cNvSpPr/>
          <p:nvPr/>
        </p:nvSpPr>
        <p:spPr bwMode="auto">
          <a:xfrm>
            <a:off x="770316" y="1103030"/>
            <a:ext cx="6328367" cy="284195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5E512A7-EB6B-6129-44FC-B3E306282593}"/>
              </a:ext>
            </a:extLst>
          </p:cNvPr>
          <p:cNvSpPr txBox="1"/>
          <p:nvPr/>
        </p:nvSpPr>
        <p:spPr>
          <a:xfrm>
            <a:off x="887192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도서 설정</a:t>
            </a:r>
            <a:endParaRPr lang="ko-KR" altLang="en-US" sz="1400" b="1" dirty="0">
              <a:latin typeface="+mn-ea"/>
              <a:ea typeface="+mn-ea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5F3FDB77-7F95-F7D9-D92E-5D72A88EDAF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31A44661-0AB5-944D-5733-F6CAA89B4D33}"/>
              </a:ext>
            </a:extLst>
          </p:cNvPr>
          <p:cNvSpPr/>
          <p:nvPr/>
        </p:nvSpPr>
        <p:spPr>
          <a:xfrm>
            <a:off x="6089278" y="3401302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8956AB6-2714-4A6F-A0B6-2329E1D5B171}"/>
              </a:ext>
            </a:extLst>
          </p:cNvPr>
          <p:cNvSpPr/>
          <p:nvPr/>
        </p:nvSpPr>
        <p:spPr>
          <a:xfrm>
            <a:off x="5200086" y="340130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9" name="표 6">
            <a:extLst>
              <a:ext uri="{FF2B5EF4-FFF2-40B4-BE49-F238E27FC236}">
                <a16:creationId xmlns:a16="http://schemas.microsoft.com/office/drawing/2014/main" id="{F67633B0-EFBC-E70E-F6A5-2A66288A9C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3376996"/>
              </p:ext>
            </p:extLst>
          </p:nvPr>
        </p:nvGraphicFramePr>
        <p:xfrm>
          <a:off x="926661" y="1693965"/>
          <a:ext cx="5947932" cy="73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1909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509602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도서명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E1791F95-2132-652D-E23C-40426AD01437}"/>
              </a:ext>
            </a:extLst>
          </p:cNvPr>
          <p:cNvSpPr txBox="1"/>
          <p:nvPr/>
        </p:nvSpPr>
        <p:spPr>
          <a:xfrm>
            <a:off x="1690693" y="2156181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AD47D43-93E8-DA1F-544D-A1A0AA91DC47}"/>
              </a:ext>
            </a:extLst>
          </p:cNvPr>
          <p:cNvSpPr/>
          <p:nvPr/>
        </p:nvSpPr>
        <p:spPr>
          <a:xfrm>
            <a:off x="5898823" y="2112446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3AB7A70-39EC-01C5-D192-76A9025AA85E}"/>
              </a:ext>
            </a:extLst>
          </p:cNvPr>
          <p:cNvGrpSpPr/>
          <p:nvPr/>
        </p:nvGrpSpPr>
        <p:grpSpPr>
          <a:xfrm>
            <a:off x="1699402" y="1795641"/>
            <a:ext cx="1879419" cy="182240"/>
            <a:chOff x="5720375" y="2134256"/>
            <a:chExt cx="1879419" cy="182240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EB0BFF28-7982-735A-5D61-7D24AE632307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이등변 삼각형 25">
              <a:extLst>
                <a:ext uri="{FF2B5EF4-FFF2-40B4-BE49-F238E27FC236}">
                  <a16:creationId xmlns:a16="http://schemas.microsoft.com/office/drawing/2014/main" id="{7BE5F97C-9D09-9571-6D9C-A9CA0223FE5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DEEEA2DF-8401-AC48-13B6-176972BCBEA8}"/>
              </a:ext>
            </a:extLst>
          </p:cNvPr>
          <p:cNvSpPr txBox="1"/>
          <p:nvPr/>
        </p:nvSpPr>
        <p:spPr>
          <a:xfrm>
            <a:off x="3799218" y="1800112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28FC8C7-ECF0-9DF2-4B8F-34889DE94933}"/>
              </a:ext>
            </a:extLst>
          </p:cNvPr>
          <p:cNvGrpSpPr/>
          <p:nvPr/>
        </p:nvGrpSpPr>
        <p:grpSpPr>
          <a:xfrm>
            <a:off x="4399982" y="1794338"/>
            <a:ext cx="1276895" cy="182240"/>
            <a:chOff x="5720375" y="2134256"/>
            <a:chExt cx="1276895" cy="18224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01215C-ACE2-FFD5-742C-B801300F9251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이등변 삼각형 31">
              <a:extLst>
                <a:ext uri="{FF2B5EF4-FFF2-40B4-BE49-F238E27FC236}">
                  <a16:creationId xmlns:a16="http://schemas.microsoft.com/office/drawing/2014/main" id="{3E740008-1C4A-4488-5F87-D29F1E71298C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3960E665-45D4-8712-A306-FE703A94D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262550"/>
              </p:ext>
            </p:extLst>
          </p:nvPr>
        </p:nvGraphicFramePr>
        <p:xfrm>
          <a:off x="927313" y="2624908"/>
          <a:ext cx="5947281" cy="662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9612">
                  <a:extLst>
                    <a:ext uri="{9D8B030D-6E8A-4147-A177-3AD203B41FA5}">
                      <a16:colId xmlns:a16="http://schemas.microsoft.com/office/drawing/2014/main" val="1288786617"/>
                    </a:ext>
                  </a:extLst>
                </a:gridCol>
                <a:gridCol w="450276">
                  <a:extLst>
                    <a:ext uri="{9D8B030D-6E8A-4147-A177-3AD203B41FA5}">
                      <a16:colId xmlns:a16="http://schemas.microsoft.com/office/drawing/2014/main" val="4213584060"/>
                    </a:ext>
                  </a:extLst>
                </a:gridCol>
                <a:gridCol w="608479">
                  <a:extLst>
                    <a:ext uri="{9D8B030D-6E8A-4147-A177-3AD203B41FA5}">
                      <a16:colId xmlns:a16="http://schemas.microsoft.com/office/drawing/2014/main" val="1250755579"/>
                    </a:ext>
                  </a:extLst>
                </a:gridCol>
                <a:gridCol w="950204">
                  <a:extLst>
                    <a:ext uri="{9D8B030D-6E8A-4147-A177-3AD203B41FA5}">
                      <a16:colId xmlns:a16="http://schemas.microsoft.com/office/drawing/2014/main" val="599187163"/>
                    </a:ext>
                  </a:extLst>
                </a:gridCol>
                <a:gridCol w="561913">
                  <a:extLst>
                    <a:ext uri="{9D8B030D-6E8A-4147-A177-3AD203B41FA5}">
                      <a16:colId xmlns:a16="http://schemas.microsoft.com/office/drawing/2014/main" val="1666365885"/>
                    </a:ext>
                  </a:extLst>
                </a:gridCol>
                <a:gridCol w="852487">
                  <a:extLst>
                    <a:ext uri="{9D8B030D-6E8A-4147-A177-3AD203B41FA5}">
                      <a16:colId xmlns:a16="http://schemas.microsoft.com/office/drawing/2014/main" val="3385750335"/>
                    </a:ext>
                  </a:extLst>
                </a:gridCol>
                <a:gridCol w="649069">
                  <a:extLst>
                    <a:ext uri="{9D8B030D-6E8A-4147-A177-3AD203B41FA5}">
                      <a16:colId xmlns:a16="http://schemas.microsoft.com/office/drawing/2014/main" val="3523849110"/>
                    </a:ext>
                  </a:extLst>
                </a:gridCol>
                <a:gridCol w="430010">
                  <a:extLst>
                    <a:ext uri="{9D8B030D-6E8A-4147-A177-3AD203B41FA5}">
                      <a16:colId xmlns:a16="http://schemas.microsoft.com/office/drawing/2014/main" val="1562891874"/>
                    </a:ext>
                  </a:extLst>
                </a:gridCol>
                <a:gridCol w="494332">
                  <a:extLst>
                    <a:ext uri="{9D8B030D-6E8A-4147-A177-3AD203B41FA5}">
                      <a16:colId xmlns:a16="http://schemas.microsoft.com/office/drawing/2014/main" val="2223286758"/>
                    </a:ext>
                  </a:extLst>
                </a:gridCol>
                <a:gridCol w="660899">
                  <a:extLst>
                    <a:ext uri="{9D8B030D-6E8A-4147-A177-3AD203B41FA5}">
                      <a16:colId xmlns:a16="http://schemas.microsoft.com/office/drawing/2014/main" val="65737816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145175"/>
                  </a:ext>
                </a:extLst>
              </a:tr>
              <a:tr h="252000">
                <a:tc gridSpan="10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도서를 먼저 검색해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456761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02EE212A-D127-1C9F-FD97-44F38C20BB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0744668"/>
              </p:ext>
            </p:extLst>
          </p:nvPr>
        </p:nvGraphicFramePr>
        <p:xfrm>
          <a:off x="931190" y="4260537"/>
          <a:ext cx="5928410" cy="10389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011">
                  <a:extLst>
                    <a:ext uri="{9D8B030D-6E8A-4147-A177-3AD203B41FA5}">
                      <a16:colId xmlns:a16="http://schemas.microsoft.com/office/drawing/2014/main" val="1288786617"/>
                    </a:ext>
                  </a:extLst>
                </a:gridCol>
                <a:gridCol w="461781">
                  <a:extLst>
                    <a:ext uri="{9D8B030D-6E8A-4147-A177-3AD203B41FA5}">
                      <a16:colId xmlns:a16="http://schemas.microsoft.com/office/drawing/2014/main" val="4213584060"/>
                    </a:ext>
                  </a:extLst>
                </a:gridCol>
                <a:gridCol w="624026">
                  <a:extLst>
                    <a:ext uri="{9D8B030D-6E8A-4147-A177-3AD203B41FA5}">
                      <a16:colId xmlns:a16="http://schemas.microsoft.com/office/drawing/2014/main" val="1250755579"/>
                    </a:ext>
                  </a:extLst>
                </a:gridCol>
                <a:gridCol w="974482">
                  <a:extLst>
                    <a:ext uri="{9D8B030D-6E8A-4147-A177-3AD203B41FA5}">
                      <a16:colId xmlns:a16="http://schemas.microsoft.com/office/drawing/2014/main" val="599187163"/>
                    </a:ext>
                  </a:extLst>
                </a:gridCol>
                <a:gridCol w="576269">
                  <a:extLst>
                    <a:ext uri="{9D8B030D-6E8A-4147-A177-3AD203B41FA5}">
                      <a16:colId xmlns:a16="http://schemas.microsoft.com/office/drawing/2014/main" val="1666365885"/>
                    </a:ext>
                  </a:extLst>
                </a:gridCol>
                <a:gridCol w="874269">
                  <a:extLst>
                    <a:ext uri="{9D8B030D-6E8A-4147-A177-3AD203B41FA5}">
                      <a16:colId xmlns:a16="http://schemas.microsoft.com/office/drawing/2014/main" val="3385750335"/>
                    </a:ext>
                  </a:extLst>
                </a:gridCol>
                <a:gridCol w="665654">
                  <a:extLst>
                    <a:ext uri="{9D8B030D-6E8A-4147-A177-3AD203B41FA5}">
                      <a16:colId xmlns:a16="http://schemas.microsoft.com/office/drawing/2014/main" val="3523849110"/>
                    </a:ext>
                  </a:extLst>
                </a:gridCol>
                <a:gridCol w="440996">
                  <a:extLst>
                    <a:ext uri="{9D8B030D-6E8A-4147-A177-3AD203B41FA5}">
                      <a16:colId xmlns:a16="http://schemas.microsoft.com/office/drawing/2014/main" val="1562891874"/>
                    </a:ext>
                  </a:extLst>
                </a:gridCol>
                <a:gridCol w="506961">
                  <a:extLst>
                    <a:ext uri="{9D8B030D-6E8A-4147-A177-3AD203B41FA5}">
                      <a16:colId xmlns:a16="http://schemas.microsoft.com/office/drawing/2014/main" val="2223286758"/>
                    </a:ext>
                  </a:extLst>
                </a:gridCol>
                <a:gridCol w="506961">
                  <a:extLst>
                    <a:ext uri="{9D8B030D-6E8A-4147-A177-3AD203B41FA5}">
                      <a16:colId xmlns:a16="http://schemas.microsoft.com/office/drawing/2014/main" val="135172116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선택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14517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지식정보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 그리고 우리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이미도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45676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STEP2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연계도서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 도서명 </a:t>
                      </a: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감성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우리가 살아가는 세상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</a:t>
                      </a:r>
                      <a:endParaRPr lang="ko-KR" altLang="en-US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김우진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창의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306389"/>
                  </a:ext>
                </a:extLst>
              </a:tr>
            </a:tbl>
          </a:graphicData>
        </a:graphic>
      </p:graphicFrame>
      <p:grpSp>
        <p:nvGrpSpPr>
          <p:cNvPr id="35" name="그룹 34">
            <a:extLst>
              <a:ext uri="{FF2B5EF4-FFF2-40B4-BE49-F238E27FC236}">
                <a16:creationId xmlns:a16="http://schemas.microsoft.com/office/drawing/2014/main" id="{E361C416-9A02-3D7D-2F5D-D328B38AB52F}"/>
              </a:ext>
            </a:extLst>
          </p:cNvPr>
          <p:cNvGrpSpPr/>
          <p:nvPr/>
        </p:nvGrpSpPr>
        <p:grpSpPr>
          <a:xfrm rot="5400000" flipH="1">
            <a:off x="571203" y="2670373"/>
            <a:ext cx="230832" cy="251992"/>
            <a:chOff x="4437623" y="2066810"/>
            <a:chExt cx="230832" cy="251992"/>
          </a:xfrm>
        </p:grpSpPr>
        <p:sp>
          <p:nvSpPr>
            <p:cNvPr id="36" name="눈물 방울 35">
              <a:extLst>
                <a:ext uri="{FF2B5EF4-FFF2-40B4-BE49-F238E27FC236}">
                  <a16:creationId xmlns:a16="http://schemas.microsoft.com/office/drawing/2014/main" id="{3B8C1BA2-468B-79F2-0B6F-925A5BAFA9B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1E4F2F6D-70C4-02F6-4E73-A67A728F95E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48CF2406-071C-E776-1841-C26C78A6DC4B}"/>
              </a:ext>
            </a:extLst>
          </p:cNvPr>
          <p:cNvGrpSpPr/>
          <p:nvPr/>
        </p:nvGrpSpPr>
        <p:grpSpPr>
          <a:xfrm rot="5400000" flipH="1">
            <a:off x="708514" y="4693985"/>
            <a:ext cx="230832" cy="314510"/>
            <a:chOff x="4437623" y="2035551"/>
            <a:chExt cx="230832" cy="314510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4785B9D3-5DE7-C2F9-86A3-5ADFF561A00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0BDF8265-EA46-19D3-2855-07B3B58AE5DF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970897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203973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이북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6823830"/>
              </p:ext>
            </p:extLst>
          </p:nvPr>
        </p:nvGraphicFramePr>
        <p:xfrm>
          <a:off x="7562672" y="283032"/>
          <a:ext cx="2307098" cy="641114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이북 정보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파일명 선택 시 새창으로 해당 파일을 다운로드 또는 뷰어로 연결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(PC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pdf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뷰어 유무에 따라 다르게 동작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음성파일 관리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이북 미리보기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3659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9536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 페이지 설정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항목에서 설정한 범위대로 목록을 표시하며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미등록 상태에서는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'-'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형태로 파일명 항목에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입력된 페이지 수를 올림차순으로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탐색기로 등록할 파일을 선택하여 업로드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경우 파일명을 표시하며 파일 선택 시 새창으로 등록된 음성을 재생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5480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음성파일을 일괄 등록하기 위한 기능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탐색기로 등록할 파일을 일괄로 선택하여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다중 선택 및 업로드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기존 등록된 파일도 일괄 등록 시 새로 등록된 파일로 업로드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86450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62501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3C15B8B-F7F8-86A8-41BF-017EABC39D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3166525"/>
              </p:ext>
            </p:extLst>
          </p:nvPr>
        </p:nvGraphicFramePr>
        <p:xfrm>
          <a:off x="307975" y="1059281"/>
          <a:ext cx="7092950" cy="21788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STEP1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70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BOOK5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619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설정된 도서명을 표시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0614942"/>
                  </a:ext>
                </a:extLst>
              </a:tr>
              <a:tr h="211397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이북명 표시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이미지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콘텐츠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book.pdf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874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 페이지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834672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F9E3AD58-5155-C1B7-27EA-7F6D2F46B8EA}"/>
              </a:ext>
            </a:extLst>
          </p:cNvPr>
          <p:cNvSpPr/>
          <p:nvPr/>
        </p:nvSpPr>
        <p:spPr>
          <a:xfrm>
            <a:off x="6630601" y="3415544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0C40BA7-1F15-A382-70FD-5756AA79A765}"/>
              </a:ext>
            </a:extLst>
          </p:cNvPr>
          <p:cNvSpPr/>
          <p:nvPr/>
        </p:nvSpPr>
        <p:spPr>
          <a:xfrm>
            <a:off x="5773191" y="341554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6668446-A53D-11D4-EF1E-AEC743E79701}"/>
              </a:ext>
            </a:extLst>
          </p:cNvPr>
          <p:cNvSpPr/>
          <p:nvPr/>
        </p:nvSpPr>
        <p:spPr>
          <a:xfrm>
            <a:off x="307975" y="341554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8330446-157F-3D19-8363-3EA4C8C4C43A}"/>
              </a:ext>
            </a:extLst>
          </p:cNvPr>
          <p:cNvSpPr/>
          <p:nvPr/>
        </p:nvSpPr>
        <p:spPr>
          <a:xfrm>
            <a:off x="1163306" y="3415544"/>
            <a:ext cx="1111522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음성파일 관리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442E9F8-B42A-98C7-A98D-E2FE16F2C751}"/>
              </a:ext>
            </a:extLst>
          </p:cNvPr>
          <p:cNvSpPr/>
          <p:nvPr/>
        </p:nvSpPr>
        <p:spPr>
          <a:xfrm>
            <a:off x="2359835" y="3415544"/>
            <a:ext cx="1111522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이북 미리보기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48E49A64-C728-C4B0-9EC5-70D3AAD4F451}"/>
              </a:ext>
            </a:extLst>
          </p:cNvPr>
          <p:cNvGrpSpPr/>
          <p:nvPr/>
        </p:nvGrpSpPr>
        <p:grpSpPr>
          <a:xfrm rot="5400000" flipH="1">
            <a:off x="66563" y="3401638"/>
            <a:ext cx="230832" cy="251992"/>
            <a:chOff x="4437623" y="2066810"/>
            <a:chExt cx="230832" cy="25199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667C87C9-8B07-B8FC-6542-C83F80F8A94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C1F7D6B4-6E2D-C6D0-7BB9-2572A4A03F2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7DA6210-3E3D-688C-5792-D180F425BFAC}"/>
              </a:ext>
            </a:extLst>
          </p:cNvPr>
          <p:cNvGrpSpPr/>
          <p:nvPr/>
        </p:nvGrpSpPr>
        <p:grpSpPr>
          <a:xfrm rot="5400000" flipH="1">
            <a:off x="5496028" y="3394684"/>
            <a:ext cx="230832" cy="251992"/>
            <a:chOff x="4437623" y="2066810"/>
            <a:chExt cx="230832" cy="251992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484E22E0-10AC-4798-471D-E1ADD75D866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CDD27D81-6FFC-F7C0-72CE-3DD0C8CC7F6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6B1D584-3BEF-CA6C-8797-E5123CF233FF}"/>
              </a:ext>
            </a:extLst>
          </p:cNvPr>
          <p:cNvGrpSpPr/>
          <p:nvPr/>
        </p:nvGrpSpPr>
        <p:grpSpPr>
          <a:xfrm rot="5400000" flipH="1">
            <a:off x="6900347" y="3147077"/>
            <a:ext cx="230832" cy="251992"/>
            <a:chOff x="4437623" y="2066810"/>
            <a:chExt cx="230832" cy="251992"/>
          </a:xfrm>
        </p:grpSpPr>
        <p:sp>
          <p:nvSpPr>
            <p:cNvPr id="26" name="눈물 방울 25">
              <a:extLst>
                <a:ext uri="{FF2B5EF4-FFF2-40B4-BE49-F238E27FC236}">
                  <a16:creationId xmlns:a16="http://schemas.microsoft.com/office/drawing/2014/main" id="{C858EF26-BEA2-1C01-36D5-B47CB3B60DF4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6FED1112-72DB-2896-6379-4EBCD9A7203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E5F99CF5-105B-B50F-CA1C-591C67E7D15C}"/>
              </a:ext>
            </a:extLst>
          </p:cNvPr>
          <p:cNvSpPr txBox="1"/>
          <p:nvPr/>
        </p:nvSpPr>
        <p:spPr>
          <a:xfrm>
            <a:off x="307975" y="3883747"/>
            <a:ext cx="109381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음성 콘텐츠 목록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D5BE55A1-DC2D-5822-83A9-D314B6537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0977292"/>
              </p:ext>
            </p:extLst>
          </p:nvPr>
        </p:nvGraphicFramePr>
        <p:xfrm>
          <a:off x="307975" y="4081334"/>
          <a:ext cx="7092950" cy="1620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7775">
                  <a:extLst>
                    <a:ext uri="{9D8B030D-6E8A-4147-A177-3AD203B41FA5}">
                      <a16:colId xmlns:a16="http://schemas.microsoft.com/office/drawing/2014/main" val="1944254331"/>
                    </a:ext>
                  </a:extLst>
                </a:gridCol>
                <a:gridCol w="5164719">
                  <a:extLst>
                    <a:ext uri="{9D8B030D-6E8A-4147-A177-3AD203B41FA5}">
                      <a16:colId xmlns:a16="http://schemas.microsoft.com/office/drawing/2014/main" val="3453056356"/>
                    </a:ext>
                  </a:extLst>
                </a:gridCol>
                <a:gridCol w="930456">
                  <a:extLst>
                    <a:ext uri="{9D8B030D-6E8A-4147-A177-3AD203B41FA5}">
                      <a16:colId xmlns:a16="http://schemas.microsoft.com/office/drawing/2014/main" val="3889756783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페이지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2818309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u="none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239418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u="none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75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003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u="none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435886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529447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50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rgbClr val="002060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u="none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8989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1DDB6161-50E9-3348-EB36-7227E51A40EE}"/>
              </a:ext>
            </a:extLst>
          </p:cNvPr>
          <p:cNvSpPr/>
          <p:nvPr/>
        </p:nvSpPr>
        <p:spPr>
          <a:xfrm>
            <a:off x="6630601" y="463896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ECB1ECF-42BD-CC63-FF4D-956C8DBA1169}"/>
              </a:ext>
            </a:extLst>
          </p:cNvPr>
          <p:cNvSpPr/>
          <p:nvPr/>
        </p:nvSpPr>
        <p:spPr>
          <a:xfrm>
            <a:off x="307975" y="5795520"/>
            <a:ext cx="9398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일괄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CF0DA54-1E28-9E0B-08BF-D96709116BED}"/>
              </a:ext>
            </a:extLst>
          </p:cNvPr>
          <p:cNvSpPr/>
          <p:nvPr/>
        </p:nvSpPr>
        <p:spPr>
          <a:xfrm>
            <a:off x="6630601" y="4379542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47C9E4-C810-042B-1DC2-90C434EA88A1}"/>
              </a:ext>
            </a:extLst>
          </p:cNvPr>
          <p:cNvSpPr/>
          <p:nvPr/>
        </p:nvSpPr>
        <p:spPr>
          <a:xfrm>
            <a:off x="6630601" y="5461295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E69DC9D-3186-7B44-9E8D-2F8C089C6A9A}"/>
              </a:ext>
            </a:extLst>
          </p:cNvPr>
          <p:cNvSpPr/>
          <p:nvPr/>
        </p:nvSpPr>
        <p:spPr>
          <a:xfrm>
            <a:off x="6630601" y="491580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67E5C389-14D4-B095-0232-DB3C47D648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1842759"/>
              </p:ext>
            </p:extLst>
          </p:nvPr>
        </p:nvGraphicFramePr>
        <p:xfrm>
          <a:off x="1996835" y="6003009"/>
          <a:ext cx="3363377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3131">
                  <a:extLst>
                    <a:ext uri="{9D8B030D-6E8A-4147-A177-3AD203B41FA5}">
                      <a16:colId xmlns:a16="http://schemas.microsoft.com/office/drawing/2014/main" val="1944254331"/>
                    </a:ext>
                  </a:extLst>
                </a:gridCol>
                <a:gridCol w="1883012">
                  <a:extLst>
                    <a:ext uri="{9D8B030D-6E8A-4147-A177-3AD203B41FA5}">
                      <a16:colId xmlns:a16="http://schemas.microsoft.com/office/drawing/2014/main" val="3453056356"/>
                    </a:ext>
                  </a:extLst>
                </a:gridCol>
                <a:gridCol w="1007234">
                  <a:extLst>
                    <a:ext uri="{9D8B030D-6E8A-4147-A177-3AD203B41FA5}">
                      <a16:colId xmlns:a16="http://schemas.microsoft.com/office/drawing/2014/main" val="182849312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페이지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2818309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001.mp3</a:t>
                      </a:r>
                      <a:endParaRPr lang="ko-KR" altLang="en-US" sz="9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239418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en-US" altLang="ko-KR" sz="90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002,mp3</a:t>
                      </a:r>
                      <a:endParaRPr lang="ko-KR" altLang="en-US" sz="9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753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E338B189-139B-660B-2096-293D7F73EC2A}"/>
              </a:ext>
            </a:extLst>
          </p:cNvPr>
          <p:cNvSpPr/>
          <p:nvPr/>
        </p:nvSpPr>
        <p:spPr>
          <a:xfrm>
            <a:off x="4551781" y="630588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5E15521-550B-7AC6-B8B1-4F4C559C6875}"/>
              </a:ext>
            </a:extLst>
          </p:cNvPr>
          <p:cNvSpPr/>
          <p:nvPr/>
        </p:nvSpPr>
        <p:spPr>
          <a:xfrm>
            <a:off x="4551781" y="657586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CCA45AC3-DC90-54FF-CF59-4371FB332A8D}"/>
              </a:ext>
            </a:extLst>
          </p:cNvPr>
          <p:cNvGrpSpPr/>
          <p:nvPr/>
        </p:nvGrpSpPr>
        <p:grpSpPr>
          <a:xfrm rot="5400000" flipH="1">
            <a:off x="2978418" y="6264045"/>
            <a:ext cx="230832" cy="314510"/>
            <a:chOff x="4437625" y="2035549"/>
            <a:chExt cx="230832" cy="314510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2DE34D3F-C22B-5C73-376F-51938B246DBA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AC530DDC-2423-95E1-0D1D-A31A18852057}"/>
                </a:ext>
              </a:extLst>
            </p:cNvPr>
            <p:cNvSpPr/>
            <p:nvPr/>
          </p:nvSpPr>
          <p:spPr>
            <a:xfrm rot="5400000">
              <a:off x="4395786" y="2077388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6F7C2620-5D68-857B-241F-7EDF08829BDF}"/>
              </a:ext>
            </a:extLst>
          </p:cNvPr>
          <p:cNvGrpSpPr/>
          <p:nvPr/>
        </p:nvGrpSpPr>
        <p:grpSpPr>
          <a:xfrm rot="5400000" flipH="1">
            <a:off x="66563" y="1066888"/>
            <a:ext cx="230832" cy="251992"/>
            <a:chOff x="4437623" y="2066810"/>
            <a:chExt cx="230832" cy="251992"/>
          </a:xfrm>
        </p:grpSpPr>
        <p:sp>
          <p:nvSpPr>
            <p:cNvPr id="50" name="눈물 방울 49">
              <a:extLst>
                <a:ext uri="{FF2B5EF4-FFF2-40B4-BE49-F238E27FC236}">
                  <a16:creationId xmlns:a16="http://schemas.microsoft.com/office/drawing/2014/main" id="{7F302212-1ACB-F7D1-BEC6-CCF88349226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4C7C3445-FE32-F6EB-A406-06C8529374B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3DF190BA-6D4C-3731-0ADF-2AC4C7F896BC}"/>
              </a:ext>
            </a:extLst>
          </p:cNvPr>
          <p:cNvGrpSpPr/>
          <p:nvPr/>
        </p:nvGrpSpPr>
        <p:grpSpPr>
          <a:xfrm rot="5400000" flipH="1">
            <a:off x="2087164" y="2406148"/>
            <a:ext cx="230832" cy="314510"/>
            <a:chOff x="4437624" y="2035552"/>
            <a:chExt cx="230832" cy="314510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65919C76-D5FA-92B3-7A98-7B4436C6E8F2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E6BE7DA6-D491-65F2-D5F5-F8EB5A60221D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7B5FD1C-9EED-F8A6-7A1C-1042B1C43401}"/>
              </a:ext>
            </a:extLst>
          </p:cNvPr>
          <p:cNvGrpSpPr/>
          <p:nvPr/>
        </p:nvGrpSpPr>
        <p:grpSpPr>
          <a:xfrm rot="5400000">
            <a:off x="577721" y="3643988"/>
            <a:ext cx="230832" cy="333746"/>
            <a:chOff x="6369090" y="6065244"/>
            <a:chExt cx="230832" cy="333746"/>
          </a:xfrm>
        </p:grpSpPr>
        <p:sp>
          <p:nvSpPr>
            <p:cNvPr id="62" name="눈물 방울 61">
              <a:extLst>
                <a:ext uri="{FF2B5EF4-FFF2-40B4-BE49-F238E27FC236}">
                  <a16:creationId xmlns:a16="http://schemas.microsoft.com/office/drawing/2014/main" id="{D561AC18-6309-729C-6B11-986466AD6A23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5734C14F-F2A5-7874-FD91-6EE54F662EC5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B0AD1BE6-C423-9D2D-AC9B-D3DA5EA20069}"/>
              </a:ext>
            </a:extLst>
          </p:cNvPr>
          <p:cNvGrpSpPr/>
          <p:nvPr/>
        </p:nvGrpSpPr>
        <p:grpSpPr>
          <a:xfrm rot="5400000" flipH="1">
            <a:off x="1603651" y="3660205"/>
            <a:ext cx="230832" cy="251992"/>
            <a:chOff x="4437623" y="2066810"/>
            <a:chExt cx="230832" cy="251992"/>
          </a:xfrm>
        </p:grpSpPr>
        <p:sp>
          <p:nvSpPr>
            <p:cNvPr id="97" name="눈물 방울 96">
              <a:extLst>
                <a:ext uri="{FF2B5EF4-FFF2-40B4-BE49-F238E27FC236}">
                  <a16:creationId xmlns:a16="http://schemas.microsoft.com/office/drawing/2014/main" id="{A0831FF2-C5F0-EDB1-7060-272376013805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95C456BB-17D7-89BA-3D31-1DCB135F602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7B063C41-BF23-1E75-C02B-93B157D37B77}"/>
              </a:ext>
            </a:extLst>
          </p:cNvPr>
          <p:cNvGrpSpPr/>
          <p:nvPr/>
        </p:nvGrpSpPr>
        <p:grpSpPr>
          <a:xfrm rot="5400000" flipH="1">
            <a:off x="2800180" y="3660205"/>
            <a:ext cx="230832" cy="251992"/>
            <a:chOff x="4437623" y="2066810"/>
            <a:chExt cx="230832" cy="251992"/>
          </a:xfrm>
        </p:grpSpPr>
        <p:sp>
          <p:nvSpPr>
            <p:cNvPr id="100" name="눈물 방울 99">
              <a:extLst>
                <a:ext uri="{FF2B5EF4-FFF2-40B4-BE49-F238E27FC236}">
                  <a16:creationId xmlns:a16="http://schemas.microsoft.com/office/drawing/2014/main" id="{63A07F85-BB65-6F53-5D7A-AFD39A88D973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ECD535F0-A023-C839-5D0D-ED058ABBB2A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027FFB49-0206-237B-E8E3-AD6F781FEA56}"/>
              </a:ext>
            </a:extLst>
          </p:cNvPr>
          <p:cNvGrpSpPr/>
          <p:nvPr/>
        </p:nvGrpSpPr>
        <p:grpSpPr>
          <a:xfrm rot="5400000" flipH="1">
            <a:off x="63995" y="5781755"/>
            <a:ext cx="230832" cy="251992"/>
            <a:chOff x="4437623" y="2066810"/>
            <a:chExt cx="230832" cy="251992"/>
          </a:xfrm>
        </p:grpSpPr>
        <p:sp>
          <p:nvSpPr>
            <p:cNvPr id="103" name="눈물 방울 102">
              <a:extLst>
                <a:ext uri="{FF2B5EF4-FFF2-40B4-BE49-F238E27FC236}">
                  <a16:creationId xmlns:a16="http://schemas.microsoft.com/office/drawing/2014/main" id="{9826C485-A827-0427-756C-D0E23F0B439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278F9EF8-EF47-48DA-5D87-D75AC1793E2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36FFF1B9-73ED-3549-1F83-755308D480BB}"/>
              </a:ext>
            </a:extLst>
          </p:cNvPr>
          <p:cNvGrpSpPr/>
          <p:nvPr/>
        </p:nvGrpSpPr>
        <p:grpSpPr>
          <a:xfrm rot="5400000" flipH="1">
            <a:off x="63995" y="4136083"/>
            <a:ext cx="230832" cy="251992"/>
            <a:chOff x="4437623" y="2066810"/>
            <a:chExt cx="230832" cy="251992"/>
          </a:xfrm>
        </p:grpSpPr>
        <p:sp>
          <p:nvSpPr>
            <p:cNvPr id="106" name="눈물 방울 105">
              <a:extLst>
                <a:ext uri="{FF2B5EF4-FFF2-40B4-BE49-F238E27FC236}">
                  <a16:creationId xmlns:a16="http://schemas.microsoft.com/office/drawing/2014/main" id="{13507B53-3BD4-7B3C-4653-1B32008ADD4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A6126963-1C34-7EEC-1D26-A352D1F436E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32550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오디오북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368098355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18029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1969517"/>
              </p:ext>
            </p:extLst>
          </p:nvPr>
        </p:nvGraphicFramePr>
        <p:xfrm>
          <a:off x="7562672" y="283032"/>
          <a:ext cx="2307098" cy="20230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오디오북을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12439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581418"/>
              </p:ext>
            </p:extLst>
          </p:nvPr>
        </p:nvGraphicFramePr>
        <p:xfrm>
          <a:off x="307972" y="2147054"/>
          <a:ext cx="7093604" cy="23489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853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25915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881186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2010596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1191464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75905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오디오북 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북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6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오디오북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909659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64535" y="3615118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464597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8088005"/>
              </p:ext>
            </p:extLst>
          </p:nvPr>
        </p:nvGraphicFramePr>
        <p:xfrm>
          <a:off x="307974" y="1058092"/>
          <a:ext cx="7093604" cy="73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학습제목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487B5888-3F23-0E43-E431-955F22104A9C}"/>
              </a:ext>
            </a:extLst>
          </p:cNvPr>
          <p:cNvSpPr txBox="1"/>
          <p:nvPr/>
        </p:nvSpPr>
        <p:spPr>
          <a:xfrm>
            <a:off x="1399575" y="1520308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412905" y="1476573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75005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750054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7440155"/>
              </p:ext>
            </p:extLst>
          </p:nvPr>
        </p:nvGraphicFramePr>
        <p:xfrm>
          <a:off x="3109528" y="4679497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6B43DFA0-E8C6-522E-33DA-C6E74FE2C6F7}"/>
              </a:ext>
            </a:extLst>
          </p:cNvPr>
          <p:cNvGrpSpPr/>
          <p:nvPr/>
        </p:nvGrpSpPr>
        <p:grpSpPr>
          <a:xfrm>
            <a:off x="1408284" y="1159768"/>
            <a:ext cx="1879419" cy="182240"/>
            <a:chOff x="5720375" y="2134256"/>
            <a:chExt cx="1879419" cy="182240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9155945-45EE-ABC6-735F-BD01E7F0ECF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이등변 삼각형 6">
              <a:extLst>
                <a:ext uri="{FF2B5EF4-FFF2-40B4-BE49-F238E27FC236}">
                  <a16:creationId xmlns:a16="http://schemas.microsoft.com/office/drawing/2014/main" id="{27B84071-B2D0-FF9E-4248-353FC5DE1428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704064F-2A9C-3D50-83B5-FC439B6C7FE4}"/>
              </a:ext>
            </a:extLst>
          </p:cNvPr>
          <p:cNvSpPr txBox="1"/>
          <p:nvPr/>
        </p:nvSpPr>
        <p:spPr>
          <a:xfrm>
            <a:off x="3508100" y="1164239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63A67DE1-F27B-1F21-A4CC-4CAE5FBD3BEF}"/>
              </a:ext>
            </a:extLst>
          </p:cNvPr>
          <p:cNvGrpSpPr/>
          <p:nvPr/>
        </p:nvGrpSpPr>
        <p:grpSpPr>
          <a:xfrm>
            <a:off x="4108864" y="1158465"/>
            <a:ext cx="1276895" cy="182240"/>
            <a:chOff x="5720375" y="2134256"/>
            <a:chExt cx="1276895" cy="182240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F17D25A-54B3-23BC-B95E-EF230A59C348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E91ACD40-0E54-98A0-C99D-B89C0F17F944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2DBB7B1C-182A-F3CF-4579-F0182B6684E6}"/>
              </a:ext>
            </a:extLst>
          </p:cNvPr>
          <p:cNvGrpSpPr/>
          <p:nvPr/>
        </p:nvGrpSpPr>
        <p:grpSpPr>
          <a:xfrm rot="5400000" flipH="1">
            <a:off x="66563" y="2136474"/>
            <a:ext cx="230832" cy="251992"/>
            <a:chOff x="4437623" y="2066810"/>
            <a:chExt cx="230832" cy="251992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5095B5CD-A6F4-22F9-088C-C1CBCED1FE2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0432965C-A272-1BEA-46BF-037D6625BC6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FE07C49-56A4-5D0F-C8B2-7CFAD62C12BB}"/>
              </a:ext>
            </a:extLst>
          </p:cNvPr>
          <p:cNvGrpSpPr/>
          <p:nvPr/>
        </p:nvGrpSpPr>
        <p:grpSpPr>
          <a:xfrm rot="5400000" flipH="1">
            <a:off x="6377102" y="4635395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4E23F1C1-F4AE-130C-15C0-9231CC68CB3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8D1B6F7-4D95-8A64-BEEB-0EF0767E48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3616F968-4CF5-E2C2-058F-294CB309F8EB}"/>
              </a:ext>
            </a:extLst>
          </p:cNvPr>
          <p:cNvGrpSpPr/>
          <p:nvPr/>
        </p:nvGrpSpPr>
        <p:grpSpPr>
          <a:xfrm rot="5400000" flipH="1">
            <a:off x="3836193" y="2410297"/>
            <a:ext cx="230832" cy="314510"/>
            <a:chOff x="4437623" y="2035551"/>
            <a:chExt cx="230832" cy="314510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EDBB99CB-5437-5110-AEA0-EE2B94014A47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3D241A91-F929-70C8-CF7B-2EEB166B2D99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130728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973020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36728"/>
              </p:ext>
            </p:extLst>
          </p:nvPr>
        </p:nvGraphicFramePr>
        <p:xfrm>
          <a:off x="7562672" y="283032"/>
          <a:ext cx="2307098" cy="46984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827773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30723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33665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85027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970404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563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12439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AFC733F-392F-68B9-9E7A-06EFA570E1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7539749"/>
              </p:ext>
            </p:extLst>
          </p:nvPr>
        </p:nvGraphicFramePr>
        <p:xfrm>
          <a:off x="307975" y="1059281"/>
          <a:ext cx="7092950" cy="2124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01117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이미지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음성 파일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368737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5B484842-F32A-4C8A-AB29-4644E3079D27}"/>
              </a:ext>
            </a:extLst>
          </p:cNvPr>
          <p:cNvGrpSpPr/>
          <p:nvPr/>
        </p:nvGrpSpPr>
        <p:grpSpPr>
          <a:xfrm>
            <a:off x="1437571" y="2215714"/>
            <a:ext cx="5925555" cy="443476"/>
            <a:chOff x="1420969" y="2864949"/>
            <a:chExt cx="5925555" cy="44347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11C58C0-8440-ED3F-E950-E2963570C61F}"/>
                </a:ext>
              </a:extLst>
            </p:cNvPr>
            <p:cNvSpPr txBox="1"/>
            <p:nvPr/>
          </p:nvSpPr>
          <p:spPr>
            <a:xfrm>
              <a:off x="1489324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55B8E09-5F04-329B-AB63-44495A7733FE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933585F-8DA6-E92B-32FF-705B8002F381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38C36E9D-DF15-E66E-6253-74E74E5D8E6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81034817-5A9A-CFEC-0C7C-352CE3E78C91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04E1FB3-9BB6-4A83-F0D3-EE04F751177E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7D249477-70C8-A982-1003-6296F663D92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이등변 삼각형 24">
              <a:extLst>
                <a:ext uri="{FF2B5EF4-FFF2-40B4-BE49-F238E27FC236}">
                  <a16:creationId xmlns:a16="http://schemas.microsoft.com/office/drawing/2014/main" id="{AAE16BE0-74A6-5C04-18CC-8605DA3FCF25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4322BCE-7CF5-0116-E296-6313DD5587E2}"/>
              </a:ext>
            </a:extLst>
          </p:cNvPr>
          <p:cNvSpPr/>
          <p:nvPr/>
        </p:nvSpPr>
        <p:spPr>
          <a:xfrm>
            <a:off x="6638159" y="329537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F33F284-2E68-AA6A-6CB6-472B5A7AF3D6}"/>
              </a:ext>
            </a:extLst>
          </p:cNvPr>
          <p:cNvSpPr/>
          <p:nvPr/>
        </p:nvSpPr>
        <p:spPr>
          <a:xfrm>
            <a:off x="5748967" y="329537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307A036F-D414-10DD-8391-3885F7AE7A18}"/>
              </a:ext>
            </a:extLst>
          </p:cNvPr>
          <p:cNvGrpSpPr/>
          <p:nvPr/>
        </p:nvGrpSpPr>
        <p:grpSpPr>
          <a:xfrm>
            <a:off x="1505880" y="2937172"/>
            <a:ext cx="3465263" cy="219602"/>
            <a:chOff x="1509100" y="1278824"/>
            <a:chExt cx="3465263" cy="219602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175CDF89-AD12-87D5-5B19-95130A013C1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199CCB5-136E-919B-7437-CD876AF754DE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173DC660-2D57-6D68-0505-27B76D56261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821B3F7C-0004-5B34-0C0D-7F31B8423251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36" name="그림 35">
                <a:extLst>
                  <a:ext uri="{FF2B5EF4-FFF2-40B4-BE49-F238E27FC236}">
                    <a16:creationId xmlns:a16="http://schemas.microsoft.com/office/drawing/2014/main" id="{A634D71B-B0A1-AE0C-7171-DD60282B9E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383F36BF-7350-A5C9-D21B-E97CD13AA03C}"/>
              </a:ext>
            </a:extLst>
          </p:cNvPr>
          <p:cNvGrpSpPr/>
          <p:nvPr/>
        </p:nvGrpSpPr>
        <p:grpSpPr>
          <a:xfrm>
            <a:off x="1505880" y="2676309"/>
            <a:ext cx="3760559" cy="227895"/>
            <a:chOff x="2766496" y="4254336"/>
            <a:chExt cx="3760559" cy="22789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611B8ED-F6FF-2484-23C4-4D7239272A9D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CD112864-D5F6-44A8-D27C-388DFC6BDFF1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080AB330-3A7F-9E8A-1100-1083DFC413E7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2" name="그림 41">
                <a:extLst>
                  <a:ext uri="{FF2B5EF4-FFF2-40B4-BE49-F238E27FC236}">
                    <a16:creationId xmlns:a16="http://schemas.microsoft.com/office/drawing/2014/main" id="{B30E4CC9-23A2-965E-CF8C-1B466BB742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041B38FB-F8AC-5211-1D4D-71B5E7518F13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0803A72-0E3A-F713-8BDD-163AB82BC572}"/>
              </a:ext>
            </a:extLst>
          </p:cNvPr>
          <p:cNvGrpSpPr/>
          <p:nvPr/>
        </p:nvGrpSpPr>
        <p:grpSpPr>
          <a:xfrm rot="5400000" flipH="1">
            <a:off x="21789" y="1073601"/>
            <a:ext cx="230832" cy="251992"/>
            <a:chOff x="4437623" y="2066810"/>
            <a:chExt cx="230832" cy="251992"/>
          </a:xfrm>
        </p:grpSpPr>
        <p:sp>
          <p:nvSpPr>
            <p:cNvPr id="45" name="눈물 방울 44">
              <a:extLst>
                <a:ext uri="{FF2B5EF4-FFF2-40B4-BE49-F238E27FC236}">
                  <a16:creationId xmlns:a16="http://schemas.microsoft.com/office/drawing/2014/main" id="{9B9518BF-2D8C-BA02-E067-1F63A10FC24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0ED57651-1D07-EBC2-E2B1-EF32E3F2DCA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F1620AA5-6A55-CF17-3B56-D386907B7B38}"/>
              </a:ext>
            </a:extLst>
          </p:cNvPr>
          <p:cNvGrpSpPr/>
          <p:nvPr/>
        </p:nvGrpSpPr>
        <p:grpSpPr>
          <a:xfrm rot="5400000" flipH="1">
            <a:off x="21789" y="1342162"/>
            <a:ext cx="230832" cy="251992"/>
            <a:chOff x="4437623" y="2066810"/>
            <a:chExt cx="230832" cy="251992"/>
          </a:xfrm>
        </p:grpSpPr>
        <p:sp>
          <p:nvSpPr>
            <p:cNvPr id="49" name="눈물 방울 48">
              <a:extLst>
                <a:ext uri="{FF2B5EF4-FFF2-40B4-BE49-F238E27FC236}">
                  <a16:creationId xmlns:a16="http://schemas.microsoft.com/office/drawing/2014/main" id="{EFEDE9ED-9DEB-D61B-2B09-1D2188C2D4D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3AAB45AF-BF94-5158-6877-302A1FEFD6B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5466CF51-18B4-D229-14D3-3A337292B06E}"/>
              </a:ext>
            </a:extLst>
          </p:cNvPr>
          <p:cNvGrpSpPr/>
          <p:nvPr/>
        </p:nvGrpSpPr>
        <p:grpSpPr>
          <a:xfrm rot="5400000" flipH="1">
            <a:off x="21789" y="1633003"/>
            <a:ext cx="230832" cy="251992"/>
            <a:chOff x="4437623" y="2066810"/>
            <a:chExt cx="230832" cy="251992"/>
          </a:xfrm>
        </p:grpSpPr>
        <p:sp>
          <p:nvSpPr>
            <p:cNvPr id="52" name="눈물 방울 51">
              <a:extLst>
                <a:ext uri="{FF2B5EF4-FFF2-40B4-BE49-F238E27FC236}">
                  <a16:creationId xmlns:a16="http://schemas.microsoft.com/office/drawing/2014/main" id="{029F7F5E-3AF7-A225-CC66-B405E154C39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8345964C-9723-EF94-FE8A-DDC31EF09AB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586EA9A2-8C11-8C13-76EE-E40457DDBF79}"/>
              </a:ext>
            </a:extLst>
          </p:cNvPr>
          <p:cNvGrpSpPr/>
          <p:nvPr/>
        </p:nvGrpSpPr>
        <p:grpSpPr>
          <a:xfrm rot="5400000" flipH="1">
            <a:off x="21789" y="2323147"/>
            <a:ext cx="230832" cy="251992"/>
            <a:chOff x="4437623" y="2066810"/>
            <a:chExt cx="230832" cy="251992"/>
          </a:xfrm>
        </p:grpSpPr>
        <p:sp>
          <p:nvSpPr>
            <p:cNvPr id="60" name="눈물 방울 59">
              <a:extLst>
                <a:ext uri="{FF2B5EF4-FFF2-40B4-BE49-F238E27FC236}">
                  <a16:creationId xmlns:a16="http://schemas.microsoft.com/office/drawing/2014/main" id="{67A04169-5A7E-B3B3-8341-4F996F96D8F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29814B4-8BBA-9049-2119-864FF8CB2D2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4294079-D7C5-9F0B-57EF-86250A28120D}"/>
              </a:ext>
            </a:extLst>
          </p:cNvPr>
          <p:cNvGrpSpPr/>
          <p:nvPr/>
        </p:nvGrpSpPr>
        <p:grpSpPr>
          <a:xfrm rot="5400000" flipH="1">
            <a:off x="6639752" y="3606638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80EF399F-09AF-E970-523C-4C6D66EF8F9C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4281D29F-EDD9-B5BB-BA3D-538B098910C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14A7E49-CBAA-E378-1A15-18F10DE0DB7C}"/>
              </a:ext>
            </a:extLst>
          </p:cNvPr>
          <p:cNvGrpSpPr/>
          <p:nvPr/>
        </p:nvGrpSpPr>
        <p:grpSpPr>
          <a:xfrm rot="5400000" flipH="1">
            <a:off x="6094159" y="3606638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84EF99F0-658F-C53A-9819-15D1CAD06B1F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52B9825E-536D-85F2-500B-56A7ED66C13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AEF5C83F-61C4-9A58-EB4B-1E609D9E3615}"/>
              </a:ext>
            </a:extLst>
          </p:cNvPr>
          <p:cNvGrpSpPr/>
          <p:nvPr/>
        </p:nvGrpSpPr>
        <p:grpSpPr>
          <a:xfrm rot="5400000">
            <a:off x="6877289" y="3558018"/>
            <a:ext cx="230832" cy="333746"/>
            <a:chOff x="6369090" y="6065244"/>
            <a:chExt cx="230832" cy="333746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88EA64A0-3AE3-8F4B-E332-17C7D7597705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126CD051-D410-C504-21FB-B00189B8C407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340696D-AFBA-18E9-B01E-05DEDAB75413}"/>
              </a:ext>
            </a:extLst>
          </p:cNvPr>
          <p:cNvGrpSpPr/>
          <p:nvPr/>
        </p:nvGrpSpPr>
        <p:grpSpPr>
          <a:xfrm rot="5400000">
            <a:off x="5730765" y="3562026"/>
            <a:ext cx="230832" cy="325730"/>
            <a:chOff x="6369089" y="6069253"/>
            <a:chExt cx="230832" cy="325730"/>
          </a:xfrm>
        </p:grpSpPr>
        <p:sp>
          <p:nvSpPr>
            <p:cNvPr id="27" name="눈물 방울 26">
              <a:extLst>
                <a:ext uri="{FF2B5EF4-FFF2-40B4-BE49-F238E27FC236}">
                  <a16:creationId xmlns:a16="http://schemas.microsoft.com/office/drawing/2014/main" id="{39D76C85-D3B8-EF58-778C-FA632C7E0C09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B0A903F9-CC43-8385-AA07-F48AC1550D1B}"/>
                </a:ext>
              </a:extLst>
            </p:cNvPr>
            <p:cNvSpPr/>
            <p:nvPr/>
          </p:nvSpPr>
          <p:spPr>
            <a:xfrm rot="16200000" flipH="1">
              <a:off x="6321640" y="6116702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347D2271-60F3-9AAB-908C-3B2CB1FC1517}"/>
              </a:ext>
            </a:extLst>
          </p:cNvPr>
          <p:cNvGrpSpPr/>
          <p:nvPr/>
        </p:nvGrpSpPr>
        <p:grpSpPr>
          <a:xfrm rot="5400000">
            <a:off x="7103943" y="3558018"/>
            <a:ext cx="230832" cy="333746"/>
            <a:chOff x="6369090" y="6065244"/>
            <a:chExt cx="230832" cy="333746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21FB15A5-1E0B-3754-2E9E-587F8DC06E83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B63CDAC8-95D8-6337-0D86-2782EFC31400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9E9FD0EE-6968-C207-7494-34A51F4F02E1}"/>
              </a:ext>
            </a:extLst>
          </p:cNvPr>
          <p:cNvGrpSpPr/>
          <p:nvPr/>
        </p:nvGrpSpPr>
        <p:grpSpPr>
          <a:xfrm rot="5400000" flipH="1">
            <a:off x="21789" y="2669219"/>
            <a:ext cx="230832" cy="251992"/>
            <a:chOff x="4437623" y="2066810"/>
            <a:chExt cx="230832" cy="251992"/>
          </a:xfrm>
        </p:grpSpPr>
        <p:sp>
          <p:nvSpPr>
            <p:cNvPr id="57" name="눈물 방울 56">
              <a:extLst>
                <a:ext uri="{FF2B5EF4-FFF2-40B4-BE49-F238E27FC236}">
                  <a16:creationId xmlns:a16="http://schemas.microsoft.com/office/drawing/2014/main" id="{FC2E5D44-727D-6AAB-4C96-51B7B7D590F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2A84890-B81F-2FBF-5A3E-5D00D3B6B8F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5C610DF6-346D-82B4-7EF6-652C92179132}"/>
              </a:ext>
            </a:extLst>
          </p:cNvPr>
          <p:cNvGrpSpPr/>
          <p:nvPr/>
        </p:nvGrpSpPr>
        <p:grpSpPr>
          <a:xfrm rot="5400000" flipH="1">
            <a:off x="21789" y="2911204"/>
            <a:ext cx="230832" cy="251992"/>
            <a:chOff x="4437623" y="2066810"/>
            <a:chExt cx="230832" cy="251992"/>
          </a:xfrm>
        </p:grpSpPr>
        <p:sp>
          <p:nvSpPr>
            <p:cNvPr id="99" name="눈물 방울 98">
              <a:extLst>
                <a:ext uri="{FF2B5EF4-FFF2-40B4-BE49-F238E27FC236}">
                  <a16:creationId xmlns:a16="http://schemas.microsoft.com/office/drawing/2014/main" id="{6DD9BFCF-9D08-70A8-FEBF-CCA1E2600CF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A4DFB4F6-4F5A-8C8A-7424-F0FE5462795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97A8EFD-3398-CEC5-8101-403F9AB39499}"/>
              </a:ext>
            </a:extLst>
          </p:cNvPr>
          <p:cNvSpPr txBox="1"/>
          <p:nvPr/>
        </p:nvSpPr>
        <p:spPr>
          <a:xfrm>
            <a:off x="1509101" y="1910792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A71748F-8285-08FF-3710-B1FC3D2E4070}"/>
              </a:ext>
            </a:extLst>
          </p:cNvPr>
          <p:cNvSpPr/>
          <p:nvPr/>
        </p:nvSpPr>
        <p:spPr>
          <a:xfrm>
            <a:off x="3070727" y="190674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AFABB58-BF9A-6F20-E65B-E958AD16E06A}"/>
              </a:ext>
            </a:extLst>
          </p:cNvPr>
          <p:cNvSpPr/>
          <p:nvPr/>
        </p:nvSpPr>
        <p:spPr>
          <a:xfrm>
            <a:off x="3727054" y="1906740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523787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6414864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오디오북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0406340"/>
              </p:ext>
            </p:extLst>
          </p:nvPr>
        </p:nvGraphicFramePr>
        <p:xfrm>
          <a:off x="7562672" y="283032"/>
          <a:ext cx="2307098" cy="345237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이북 정보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파일명 선택 시 새창으로 해당 파일을 다운로드 또는 뷰어로 연결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(PC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pdf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뷰어 유무에 따라 다르게 동작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12439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오디오북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AFC733F-392F-68B9-9E7A-06EFA570E1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0608262"/>
              </p:ext>
            </p:extLst>
          </p:nvPr>
        </p:nvGraphicFramePr>
        <p:xfrm>
          <a:off x="307975" y="1059281"/>
          <a:ext cx="7092950" cy="1908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STEP 3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북</a:t>
                      </a:r>
                      <a:r>
                        <a:rPr lang="en-US" altLang="ko-KR" sz="900"/>
                        <a:t>5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설정된 도서명을 표시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0041642"/>
                  </a:ext>
                </a:extLst>
              </a:tr>
              <a:tr h="237366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오디오북 제목을 표시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 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368737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id="{04322BCE-7CF5-0116-E296-6313DD5587E2}"/>
              </a:ext>
            </a:extLst>
          </p:cNvPr>
          <p:cNvSpPr/>
          <p:nvPr/>
        </p:nvSpPr>
        <p:spPr>
          <a:xfrm>
            <a:off x="6638159" y="308799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F33F284-2E68-AA6A-6CB6-472B5A7AF3D6}"/>
              </a:ext>
            </a:extLst>
          </p:cNvPr>
          <p:cNvSpPr/>
          <p:nvPr/>
        </p:nvSpPr>
        <p:spPr>
          <a:xfrm>
            <a:off x="5748967" y="308799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90B1471-7F2B-BCCC-1FEE-8714382BAA01}"/>
              </a:ext>
            </a:extLst>
          </p:cNvPr>
          <p:cNvSpPr/>
          <p:nvPr/>
        </p:nvSpPr>
        <p:spPr>
          <a:xfrm>
            <a:off x="307975" y="308799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DE7C94D-19EC-FD26-7807-29C118C2BB35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6" name="눈물 방울 5">
              <a:extLst>
                <a:ext uri="{FF2B5EF4-FFF2-40B4-BE49-F238E27FC236}">
                  <a16:creationId xmlns:a16="http://schemas.microsoft.com/office/drawing/2014/main" id="{D6FEB7F7-ACE8-6BDA-DEC9-EE47B3ACFFB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88AD098A-5D89-E07B-E056-1CE27CE6993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F47B687-91A7-7E2C-272F-DCAF0790BEC8}"/>
              </a:ext>
            </a:extLst>
          </p:cNvPr>
          <p:cNvGrpSpPr/>
          <p:nvPr/>
        </p:nvGrpSpPr>
        <p:grpSpPr>
          <a:xfrm rot="5400000" flipH="1">
            <a:off x="66563" y="3077417"/>
            <a:ext cx="230832" cy="251992"/>
            <a:chOff x="4437623" y="2066810"/>
            <a:chExt cx="230832" cy="251992"/>
          </a:xfrm>
        </p:grpSpPr>
        <p:sp>
          <p:nvSpPr>
            <p:cNvPr id="9" name="눈물 방울 8">
              <a:extLst>
                <a:ext uri="{FF2B5EF4-FFF2-40B4-BE49-F238E27FC236}">
                  <a16:creationId xmlns:a16="http://schemas.microsoft.com/office/drawing/2014/main" id="{D05876A3-6717-13B4-E57C-40D85FF7523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B0A30D35-BB9D-C729-F04A-6D8FD11FD86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D886770A-FDB6-4AF7-80A0-F0DA6A39B487}"/>
              </a:ext>
            </a:extLst>
          </p:cNvPr>
          <p:cNvGrpSpPr/>
          <p:nvPr/>
        </p:nvGrpSpPr>
        <p:grpSpPr>
          <a:xfrm rot="5400000" flipH="1">
            <a:off x="5496661" y="3077417"/>
            <a:ext cx="230832" cy="251992"/>
            <a:chOff x="4437623" y="2066810"/>
            <a:chExt cx="230832" cy="251992"/>
          </a:xfrm>
        </p:grpSpPr>
        <p:sp>
          <p:nvSpPr>
            <p:cNvPr id="18" name="눈물 방울 17">
              <a:extLst>
                <a:ext uri="{FF2B5EF4-FFF2-40B4-BE49-F238E27FC236}">
                  <a16:creationId xmlns:a16="http://schemas.microsoft.com/office/drawing/2014/main" id="{222A3962-2650-3B00-E3B9-5A47492844F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A3960CB2-CF59-2CCA-FFBA-40EF9489DB0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9DE2E745-161C-8673-84DE-9C3C04B05350}"/>
              </a:ext>
            </a:extLst>
          </p:cNvPr>
          <p:cNvGrpSpPr/>
          <p:nvPr/>
        </p:nvGrpSpPr>
        <p:grpSpPr>
          <a:xfrm rot="5400000" flipH="1">
            <a:off x="6907905" y="3365295"/>
            <a:ext cx="230832" cy="251992"/>
            <a:chOff x="4437623" y="2066810"/>
            <a:chExt cx="230832" cy="251992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9096C7BE-A6DC-6E1C-2F96-680EC7CB342C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33C14AFC-99A2-CE21-1138-2AA62DBBE1C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C8919EB8-26E0-A3E2-956F-2F937C32109E}"/>
              </a:ext>
            </a:extLst>
          </p:cNvPr>
          <p:cNvGrpSpPr/>
          <p:nvPr/>
        </p:nvGrpSpPr>
        <p:grpSpPr>
          <a:xfrm rot="5400000">
            <a:off x="577721" y="3379589"/>
            <a:ext cx="230832" cy="333746"/>
            <a:chOff x="6369090" y="6065244"/>
            <a:chExt cx="230832" cy="333746"/>
          </a:xfrm>
        </p:grpSpPr>
        <p:sp>
          <p:nvSpPr>
            <p:cNvPr id="28" name="눈물 방울 27">
              <a:extLst>
                <a:ext uri="{FF2B5EF4-FFF2-40B4-BE49-F238E27FC236}">
                  <a16:creationId xmlns:a16="http://schemas.microsoft.com/office/drawing/2014/main" id="{C47823E4-8D87-4DE1-7E62-AC586E13C315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DD27F068-E9F6-F3CD-26D9-0E742292552A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7F8FF56-B4E4-233D-5426-52E7F8FA3227}"/>
              </a:ext>
            </a:extLst>
          </p:cNvPr>
          <p:cNvGrpSpPr/>
          <p:nvPr/>
        </p:nvGrpSpPr>
        <p:grpSpPr>
          <a:xfrm rot="5400000" flipH="1">
            <a:off x="2104872" y="2434353"/>
            <a:ext cx="230832" cy="314510"/>
            <a:chOff x="4437624" y="2035550"/>
            <a:chExt cx="230832" cy="314510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F1128F6A-1FAE-11A4-6949-3E12F9DD0554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6DF9A27-54A6-716D-A3BF-43E17245AC8F}"/>
                </a:ext>
              </a:extLst>
            </p:cNvPr>
            <p:cNvSpPr/>
            <p:nvPr/>
          </p:nvSpPr>
          <p:spPr>
            <a:xfrm rot="5400000">
              <a:off x="4395785" y="2077389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60829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독서확인 학습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202100320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835456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452236"/>
              </p:ext>
            </p:extLst>
          </p:nvPr>
        </p:nvGraphicFramePr>
        <p:xfrm>
          <a:off x="7562672" y="283032"/>
          <a:ext cx="2307098" cy="20230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학습 목록을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99976"/>
              </p:ext>
            </p:extLst>
          </p:nvPr>
        </p:nvGraphicFramePr>
        <p:xfrm>
          <a:off x="307972" y="2749448"/>
          <a:ext cx="7093604" cy="28933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3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09358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618308">
                  <a:extLst>
                    <a:ext uri="{9D8B030D-6E8A-4147-A177-3AD203B41FA5}">
                      <a16:colId xmlns:a16="http://schemas.microsoft.com/office/drawing/2014/main" val="1167414766"/>
                    </a:ext>
                  </a:extLst>
                </a:gridCol>
                <a:gridCol w="905692">
                  <a:extLst>
                    <a:ext uri="{9D8B030D-6E8A-4147-A177-3AD203B41FA5}">
                      <a16:colId xmlns:a16="http://schemas.microsoft.com/office/drawing/2014/main" val="473032391"/>
                    </a:ext>
                  </a:extLst>
                </a:gridCol>
                <a:gridCol w="1210492">
                  <a:extLst>
                    <a:ext uri="{9D8B030D-6E8A-4147-A177-3AD203B41FA5}">
                      <a16:colId xmlns:a16="http://schemas.microsoft.com/office/drawing/2014/main" val="1231127494"/>
                    </a:ext>
                  </a:extLst>
                </a:gridCol>
                <a:gridCol w="1410789">
                  <a:extLst>
                    <a:ext uri="{9D8B030D-6E8A-4147-A177-3AD203B41FA5}">
                      <a16:colId xmlns:a16="http://schemas.microsoft.com/office/drawing/2014/main" val="249167119"/>
                    </a:ext>
                  </a:extLst>
                </a:gridCol>
                <a:gridCol w="836023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035609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Type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905965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북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글을 읽고 </a:t>
                      </a:r>
                      <a:r>
                        <a:rPr lang="en-US" altLang="ko-KR" sz="900">
                          <a:latin typeface="+mn-ea"/>
                          <a:ea typeface="+mn-ea"/>
                        </a:rPr>
                        <a:t>O,X</a:t>
                      </a:r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독서확인학습 제목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ea"/>
                          <a:ea typeface="+mn-ea"/>
                        </a:rPr>
                        <a:t>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문제를 읽고 그림이나 글 선택하기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8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and Drop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순서배열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독서확인학습 제목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2512053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64535" y="4626108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572325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652980"/>
              </p:ext>
            </p:extLst>
          </p:nvPr>
        </p:nvGraphicFramePr>
        <p:xfrm>
          <a:off x="307974" y="1058092"/>
          <a:ext cx="7093604" cy="110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대분류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9529129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학습제목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487B5888-3F23-0E43-E431-955F22104A9C}"/>
              </a:ext>
            </a:extLst>
          </p:cNvPr>
          <p:cNvSpPr txBox="1"/>
          <p:nvPr/>
        </p:nvSpPr>
        <p:spPr>
          <a:xfrm>
            <a:off x="1399575" y="1879524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412905" y="1834632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5869082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5869082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0212652"/>
              </p:ext>
            </p:extLst>
          </p:nvPr>
        </p:nvGraphicFramePr>
        <p:xfrm>
          <a:off x="3109528" y="5798525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6B43DFA0-E8C6-522E-33DA-C6E74FE2C6F7}"/>
              </a:ext>
            </a:extLst>
          </p:cNvPr>
          <p:cNvGrpSpPr/>
          <p:nvPr/>
        </p:nvGrpSpPr>
        <p:grpSpPr>
          <a:xfrm>
            <a:off x="1408284" y="1159768"/>
            <a:ext cx="1879419" cy="182240"/>
            <a:chOff x="5720375" y="2134256"/>
            <a:chExt cx="1879419" cy="182240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9155945-45EE-ABC6-735F-BD01E7F0ECF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이등변 삼각형 6">
              <a:extLst>
                <a:ext uri="{FF2B5EF4-FFF2-40B4-BE49-F238E27FC236}">
                  <a16:creationId xmlns:a16="http://schemas.microsoft.com/office/drawing/2014/main" id="{27B84071-B2D0-FF9E-4248-353FC5DE1428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704064F-2A9C-3D50-83B5-FC439B6C7FE4}"/>
              </a:ext>
            </a:extLst>
          </p:cNvPr>
          <p:cNvSpPr txBox="1"/>
          <p:nvPr/>
        </p:nvSpPr>
        <p:spPr>
          <a:xfrm>
            <a:off x="3508100" y="1164239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63A67DE1-F27B-1F21-A4CC-4CAE5FBD3BEF}"/>
              </a:ext>
            </a:extLst>
          </p:cNvPr>
          <p:cNvGrpSpPr/>
          <p:nvPr/>
        </p:nvGrpSpPr>
        <p:grpSpPr>
          <a:xfrm>
            <a:off x="4108864" y="1158465"/>
            <a:ext cx="1276895" cy="182240"/>
            <a:chOff x="5720375" y="2134256"/>
            <a:chExt cx="1276895" cy="182240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F17D25A-54B3-23BC-B95E-EF230A59C348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E91ACD40-0E54-98A0-C99D-B89C0F17F944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B4E4A906-C719-3BB1-751C-5D0EF739E29D}"/>
              </a:ext>
            </a:extLst>
          </p:cNvPr>
          <p:cNvSpPr txBox="1"/>
          <p:nvPr/>
        </p:nvSpPr>
        <p:spPr>
          <a:xfrm>
            <a:off x="3508100" y="1520237"/>
            <a:ext cx="38048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800" b="1">
                <a:latin typeface="+mn-ea"/>
                <a:ea typeface="+mn-ea"/>
              </a:rPr>
              <a:t>소분류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C997C34-A3EF-85F8-8C5E-FE880D466B89}"/>
              </a:ext>
            </a:extLst>
          </p:cNvPr>
          <p:cNvGrpSpPr/>
          <p:nvPr/>
        </p:nvGrpSpPr>
        <p:grpSpPr>
          <a:xfrm>
            <a:off x="4108864" y="1514463"/>
            <a:ext cx="1276895" cy="182240"/>
            <a:chOff x="5720375" y="2134256"/>
            <a:chExt cx="1276895" cy="182240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516F3A32-4004-26C5-2CF4-FC0E17BBF100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이등변 삼각형 14">
              <a:extLst>
                <a:ext uri="{FF2B5EF4-FFF2-40B4-BE49-F238E27FC236}">
                  <a16:creationId xmlns:a16="http://schemas.microsoft.com/office/drawing/2014/main" id="{8E1D16BF-E664-4EDC-134D-DC006BF300EF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B2E893C0-F7BE-1B87-A54D-4F8EF7A37966}"/>
              </a:ext>
            </a:extLst>
          </p:cNvPr>
          <p:cNvGrpSpPr/>
          <p:nvPr/>
        </p:nvGrpSpPr>
        <p:grpSpPr>
          <a:xfrm>
            <a:off x="1408284" y="1514463"/>
            <a:ext cx="1879419" cy="182240"/>
            <a:chOff x="5720375" y="2134256"/>
            <a:chExt cx="1879419" cy="182240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ECBE173-A94F-0A82-8D18-B99F869A465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AC56FB3E-B5B9-8AC3-4CE8-263AA8E94C7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EB5A183-5C03-7D55-E6A1-2715DDE03F3F}"/>
              </a:ext>
            </a:extLst>
          </p:cNvPr>
          <p:cNvGrpSpPr/>
          <p:nvPr/>
        </p:nvGrpSpPr>
        <p:grpSpPr>
          <a:xfrm rot="5400000" flipH="1">
            <a:off x="95861" y="2934232"/>
            <a:ext cx="230832" cy="251992"/>
            <a:chOff x="4437623" y="2066810"/>
            <a:chExt cx="230832" cy="251992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6EEB021D-1373-EEF7-B50F-9CA4B9CE16E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A4B6F06B-C6B6-E5E8-7897-A9F88FF4D10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11824C75-F757-BA7A-0215-5CF8CD793582}"/>
              </a:ext>
            </a:extLst>
          </p:cNvPr>
          <p:cNvGrpSpPr/>
          <p:nvPr/>
        </p:nvGrpSpPr>
        <p:grpSpPr>
          <a:xfrm rot="5400000" flipH="1">
            <a:off x="5396339" y="3291608"/>
            <a:ext cx="230832" cy="314510"/>
            <a:chOff x="4437623" y="2035551"/>
            <a:chExt cx="230832" cy="314510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B84EF265-09EB-E41F-3826-4A56654DDBDA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60A33C19-1FAD-1D44-6696-AB9DACAC5F4C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6F0C394E-5A63-FACA-FCA6-2FCFF2835542}"/>
              </a:ext>
            </a:extLst>
          </p:cNvPr>
          <p:cNvGrpSpPr/>
          <p:nvPr/>
        </p:nvGrpSpPr>
        <p:grpSpPr>
          <a:xfrm rot="5400000" flipH="1">
            <a:off x="6346151" y="5706021"/>
            <a:ext cx="230832" cy="251992"/>
            <a:chOff x="4437623" y="2066810"/>
            <a:chExt cx="230832" cy="251992"/>
          </a:xfrm>
        </p:grpSpPr>
        <p:sp>
          <p:nvSpPr>
            <p:cNvPr id="27" name="눈물 방울 26">
              <a:extLst>
                <a:ext uri="{FF2B5EF4-FFF2-40B4-BE49-F238E27FC236}">
                  <a16:creationId xmlns:a16="http://schemas.microsoft.com/office/drawing/2014/main" id="{D8227CF9-EA8A-7C20-F385-64B443E5831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AB9F9C4D-C53B-62F5-4FEE-D093B3C88E5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904241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66556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474329"/>
              </p:ext>
            </p:extLst>
          </p:nvPr>
        </p:nvGraphicFramePr>
        <p:xfrm>
          <a:off x="7562672" y="283032"/>
          <a:ext cx="2307098" cy="469957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문제의 분류를 선택하기 위한 셀렉트 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대분류를 목록으로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5b)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대분류의 하위 목록을 노출하며 하위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91430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125199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45803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867902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92939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D2FF01C-0F19-CAD6-2615-2B9A1414D8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709340"/>
              </p:ext>
            </p:extLst>
          </p:nvPr>
        </p:nvGraphicFramePr>
        <p:xfrm>
          <a:off x="307975" y="1059281"/>
          <a:ext cx="7092950" cy="18544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40264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006861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511937D3-A643-38E5-BC1D-F819120050BA}"/>
              </a:ext>
            </a:extLst>
          </p:cNvPr>
          <p:cNvGrpSpPr/>
          <p:nvPr/>
        </p:nvGrpSpPr>
        <p:grpSpPr>
          <a:xfrm>
            <a:off x="1437571" y="2219640"/>
            <a:ext cx="5928730" cy="443476"/>
            <a:chOff x="1420969" y="2864949"/>
            <a:chExt cx="5928730" cy="443476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0180E55-A222-DE32-1932-C59BA4A93EB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1FE73C1-DA0D-6A3D-B06A-8C9842408914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72F3BDEB-F596-C8F4-BB0C-45135CAB0C6D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80F9D4B0-BA4F-5FD8-4BC8-C5524AC15E00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이등변 삼각형 14">
              <a:extLst>
                <a:ext uri="{FF2B5EF4-FFF2-40B4-BE49-F238E27FC236}">
                  <a16:creationId xmlns:a16="http://schemas.microsoft.com/office/drawing/2014/main" id="{C7C85D58-7496-9BF3-F9DB-2451F2FF4F95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C31AB2E-FE06-B5DE-FBC4-77A6DC002529}"/>
              </a:ext>
            </a:extLst>
          </p:cNvPr>
          <p:cNvGrpSpPr/>
          <p:nvPr/>
        </p:nvGrpSpPr>
        <p:grpSpPr>
          <a:xfrm>
            <a:off x="3452200" y="2686402"/>
            <a:ext cx="1879419" cy="182240"/>
            <a:chOff x="5720375" y="2134256"/>
            <a:chExt cx="1879419" cy="182240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05BD5A87-BB9A-3F47-FCDE-616679317FB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먼저 대분류를 선택하세요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이등변 삼각형 17">
              <a:extLst>
                <a:ext uri="{FF2B5EF4-FFF2-40B4-BE49-F238E27FC236}">
                  <a16:creationId xmlns:a16="http://schemas.microsoft.com/office/drawing/2014/main" id="{27BB13B9-AFE1-2B37-7F4F-9FFCE915F039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AA6CD9F-89FD-8BBF-DC09-AF349C7FB71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E21D31FE-1C3B-F74A-80C0-F934DD54F1D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이등변 삼각형 21">
              <a:extLst>
                <a:ext uri="{FF2B5EF4-FFF2-40B4-BE49-F238E27FC236}">
                  <a16:creationId xmlns:a16="http://schemas.microsoft.com/office/drawing/2014/main" id="{7BCF2185-7F1C-E340-35D2-5537F0729507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06D9D854-4E30-9E3D-9447-C358E53A9660}"/>
              </a:ext>
            </a:extLst>
          </p:cNvPr>
          <p:cNvGrpSpPr/>
          <p:nvPr/>
        </p:nvGrpSpPr>
        <p:grpSpPr>
          <a:xfrm>
            <a:off x="1509100" y="2685411"/>
            <a:ext cx="1879419" cy="182240"/>
            <a:chOff x="5720375" y="2134256"/>
            <a:chExt cx="1879419" cy="182240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B58CB87-E49C-89C6-5686-29252038A2C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추가할 문제 대분류를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이등변 삼각형 24">
              <a:extLst>
                <a:ext uri="{FF2B5EF4-FFF2-40B4-BE49-F238E27FC236}">
                  <a16:creationId xmlns:a16="http://schemas.microsoft.com/office/drawing/2014/main" id="{28A55261-3543-F33C-EFF1-872494FBE6F4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14607E7-D0D7-09AB-0E41-6469B5E6870D}"/>
              </a:ext>
            </a:extLst>
          </p:cNvPr>
          <p:cNvSpPr/>
          <p:nvPr/>
        </p:nvSpPr>
        <p:spPr>
          <a:xfrm>
            <a:off x="6638159" y="305482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1A55A3F-7419-EF3C-DC06-DCFC458E715B}"/>
              </a:ext>
            </a:extLst>
          </p:cNvPr>
          <p:cNvSpPr/>
          <p:nvPr/>
        </p:nvSpPr>
        <p:spPr>
          <a:xfrm>
            <a:off x="5748967" y="305482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8B99289-A57A-A4EF-F3C3-1A87677D26E2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29" name="눈물 방울 28">
              <a:extLst>
                <a:ext uri="{FF2B5EF4-FFF2-40B4-BE49-F238E27FC236}">
                  <a16:creationId xmlns:a16="http://schemas.microsoft.com/office/drawing/2014/main" id="{BA02549A-D908-BEDD-F148-AD96346FE6F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DA3A6E8-D26E-47C2-3F54-0DDFF8C2491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7FE5D7AA-3613-3073-62D3-9FD4DD109B05}"/>
              </a:ext>
            </a:extLst>
          </p:cNvPr>
          <p:cNvGrpSpPr/>
          <p:nvPr/>
        </p:nvGrpSpPr>
        <p:grpSpPr>
          <a:xfrm rot="5400000" flipH="1">
            <a:off x="66563" y="2650535"/>
            <a:ext cx="230832" cy="251992"/>
            <a:chOff x="4437623" y="2066810"/>
            <a:chExt cx="230832" cy="251992"/>
          </a:xfrm>
        </p:grpSpPr>
        <p:sp>
          <p:nvSpPr>
            <p:cNvPr id="32" name="눈물 방울 31">
              <a:extLst>
                <a:ext uri="{FF2B5EF4-FFF2-40B4-BE49-F238E27FC236}">
                  <a16:creationId xmlns:a16="http://schemas.microsoft.com/office/drawing/2014/main" id="{AA8CD57D-1A5E-1FBE-F6DA-58AD381A2F7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302A3E-3B84-F2C7-5981-10A9CD35E85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12B50398-EDAA-E944-CC25-91213B1ADBF9}"/>
              </a:ext>
            </a:extLst>
          </p:cNvPr>
          <p:cNvGrpSpPr/>
          <p:nvPr/>
        </p:nvGrpSpPr>
        <p:grpSpPr>
          <a:xfrm rot="5400000" flipH="1">
            <a:off x="5571932" y="3037595"/>
            <a:ext cx="230832" cy="251992"/>
            <a:chOff x="4437623" y="2066810"/>
            <a:chExt cx="230832" cy="251992"/>
          </a:xfrm>
        </p:grpSpPr>
        <p:sp>
          <p:nvSpPr>
            <p:cNvPr id="35" name="눈물 방울 34">
              <a:extLst>
                <a:ext uri="{FF2B5EF4-FFF2-40B4-BE49-F238E27FC236}">
                  <a16:creationId xmlns:a16="http://schemas.microsoft.com/office/drawing/2014/main" id="{25ECD3B4-5939-39E2-04AE-243BEA2B8DA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B448A724-68A8-A749-1D9D-552084798F3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834A037-1472-0AE8-5632-DC9C87F46ED2}"/>
              </a:ext>
            </a:extLst>
          </p:cNvPr>
          <p:cNvGrpSpPr/>
          <p:nvPr/>
        </p:nvGrpSpPr>
        <p:grpSpPr>
          <a:xfrm rot="5400000" flipH="1">
            <a:off x="6648739" y="3287162"/>
            <a:ext cx="230832" cy="251992"/>
            <a:chOff x="4437623" y="2066810"/>
            <a:chExt cx="230832" cy="251992"/>
          </a:xfrm>
        </p:grpSpPr>
        <p:sp>
          <p:nvSpPr>
            <p:cNvPr id="38" name="눈물 방울 37">
              <a:extLst>
                <a:ext uri="{FF2B5EF4-FFF2-40B4-BE49-F238E27FC236}">
                  <a16:creationId xmlns:a16="http://schemas.microsoft.com/office/drawing/2014/main" id="{96871AC1-5969-0F24-4457-1985FC7B03BE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33A29D5-3C89-9DC1-777C-D9845A3958F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B48F7F57-BE18-911E-E8A5-4FDBEC3BCC8A}"/>
              </a:ext>
            </a:extLst>
          </p:cNvPr>
          <p:cNvGrpSpPr/>
          <p:nvPr/>
        </p:nvGrpSpPr>
        <p:grpSpPr>
          <a:xfrm rot="5400000">
            <a:off x="6941608" y="3266468"/>
            <a:ext cx="230832" cy="333746"/>
            <a:chOff x="6369090" y="6065244"/>
            <a:chExt cx="230832" cy="333746"/>
          </a:xfrm>
        </p:grpSpPr>
        <p:sp>
          <p:nvSpPr>
            <p:cNvPr id="41" name="눈물 방울 40">
              <a:extLst>
                <a:ext uri="{FF2B5EF4-FFF2-40B4-BE49-F238E27FC236}">
                  <a16:creationId xmlns:a16="http://schemas.microsoft.com/office/drawing/2014/main" id="{6A1F82C5-9AAD-083A-C485-338662615512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C6BF805-9D1B-8FBD-DFCF-6D3EAE923197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24012C2-5A87-5833-1494-BF4139783DE4}"/>
              </a:ext>
            </a:extLst>
          </p:cNvPr>
          <p:cNvGrpSpPr/>
          <p:nvPr/>
        </p:nvGrpSpPr>
        <p:grpSpPr>
          <a:xfrm rot="5400000">
            <a:off x="7168262" y="3266468"/>
            <a:ext cx="230832" cy="333746"/>
            <a:chOff x="6369090" y="6065244"/>
            <a:chExt cx="230832" cy="333746"/>
          </a:xfrm>
        </p:grpSpPr>
        <p:sp>
          <p:nvSpPr>
            <p:cNvPr id="44" name="눈물 방울 43">
              <a:extLst>
                <a:ext uri="{FF2B5EF4-FFF2-40B4-BE49-F238E27FC236}">
                  <a16:creationId xmlns:a16="http://schemas.microsoft.com/office/drawing/2014/main" id="{3D64B5BC-18D1-A7B4-BDBA-9D34659BED19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75E0C001-803A-1E4D-91EE-07D9E840E3A0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68D241F-787A-EC81-0157-8C8FFD62EAB3}"/>
              </a:ext>
            </a:extLst>
          </p:cNvPr>
          <p:cNvGrpSpPr/>
          <p:nvPr/>
        </p:nvGrpSpPr>
        <p:grpSpPr>
          <a:xfrm rot="5400000" flipH="1">
            <a:off x="53448" y="1342162"/>
            <a:ext cx="230832" cy="251992"/>
            <a:chOff x="4437623" y="2066810"/>
            <a:chExt cx="230832" cy="251992"/>
          </a:xfrm>
        </p:grpSpPr>
        <p:sp>
          <p:nvSpPr>
            <p:cNvPr id="10" name="눈물 방울 9">
              <a:extLst>
                <a:ext uri="{FF2B5EF4-FFF2-40B4-BE49-F238E27FC236}">
                  <a16:creationId xmlns:a16="http://schemas.microsoft.com/office/drawing/2014/main" id="{21AF1BAF-5D46-7418-F139-4F2CB12D3DF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C81121D1-91DE-2FF8-7290-6B4C532AA04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C89DB62-574A-BD8D-4451-A6977166662D}"/>
              </a:ext>
            </a:extLst>
          </p:cNvPr>
          <p:cNvGrpSpPr/>
          <p:nvPr/>
        </p:nvGrpSpPr>
        <p:grpSpPr>
          <a:xfrm rot="5400000" flipH="1">
            <a:off x="53448" y="1633003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7CFE8EBC-3813-ECBD-9E5D-C87C06740AE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7C8129B-FC7D-F4BF-BEDF-35F66F04CD5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A9F21D87-4318-DF98-A700-D3A053CA8651}"/>
              </a:ext>
            </a:extLst>
          </p:cNvPr>
          <p:cNvGrpSpPr/>
          <p:nvPr/>
        </p:nvGrpSpPr>
        <p:grpSpPr>
          <a:xfrm rot="5400000" flipH="1">
            <a:off x="53448" y="2283977"/>
            <a:ext cx="230832" cy="251992"/>
            <a:chOff x="4437623" y="2066810"/>
            <a:chExt cx="230832" cy="251992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52252260-815A-A346-D016-CDA8EA37C81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1613805-BB42-C4CC-59DA-D5D0910644A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6EB23FC2-9C06-5003-D96E-B3896E0074D4}"/>
              </a:ext>
            </a:extLst>
          </p:cNvPr>
          <p:cNvGrpSpPr/>
          <p:nvPr/>
        </p:nvGrpSpPr>
        <p:grpSpPr>
          <a:xfrm rot="5400000" flipH="1">
            <a:off x="1924985" y="2859024"/>
            <a:ext cx="230832" cy="314510"/>
            <a:chOff x="4437623" y="2035551"/>
            <a:chExt cx="230832" cy="314510"/>
          </a:xfrm>
        </p:grpSpPr>
        <p:sp>
          <p:nvSpPr>
            <p:cNvPr id="50" name="눈물 방울 49">
              <a:extLst>
                <a:ext uri="{FF2B5EF4-FFF2-40B4-BE49-F238E27FC236}">
                  <a16:creationId xmlns:a16="http://schemas.microsoft.com/office/drawing/2014/main" id="{96BC96ED-1C0A-C284-22C2-19A2BE68F4CB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C1F77847-4B76-D544-9EE9-B87E20312AA7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3415A289-091F-50CB-2D94-9AB0E335A47B}"/>
              </a:ext>
            </a:extLst>
          </p:cNvPr>
          <p:cNvGrpSpPr/>
          <p:nvPr/>
        </p:nvGrpSpPr>
        <p:grpSpPr>
          <a:xfrm rot="5400000" flipH="1">
            <a:off x="3739034" y="2854215"/>
            <a:ext cx="230832" cy="324128"/>
            <a:chOff x="4437623" y="2030742"/>
            <a:chExt cx="230832" cy="324128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73CE38D1-FBEC-D9B6-E955-9B6BD32B5976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F5F32C4F-5D9F-3EEF-840C-5B670E1B0A1B}"/>
                </a:ext>
              </a:extLst>
            </p:cNvPr>
            <p:cNvSpPr/>
            <p:nvPr/>
          </p:nvSpPr>
          <p:spPr>
            <a:xfrm rot="5400000">
              <a:off x="4390975" y="2077390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64F0DF8A-837F-DF3A-C42D-EEAB4FAD28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967528"/>
              </p:ext>
            </p:extLst>
          </p:nvPr>
        </p:nvGraphicFramePr>
        <p:xfrm>
          <a:off x="307975" y="4213826"/>
          <a:ext cx="3107740" cy="1822189"/>
        </p:xfrm>
        <a:graphic>
          <a:graphicData uri="http://schemas.openxmlformats.org/drawingml/2006/table">
            <a:tbl>
              <a:tblPr firstCol="1" bandRow="1">
                <a:tableStyleId>{5940675A-B579-460E-94D1-54222C63F5DA}</a:tableStyleId>
              </a:tblPr>
              <a:tblGrid>
                <a:gridCol w="1109907">
                  <a:extLst>
                    <a:ext uri="{9D8B030D-6E8A-4147-A177-3AD203B41FA5}">
                      <a16:colId xmlns:a16="http://schemas.microsoft.com/office/drawing/2014/main" val="50472251"/>
                    </a:ext>
                  </a:extLst>
                </a:gridCol>
                <a:gridCol w="1997833">
                  <a:extLst>
                    <a:ext uri="{9D8B030D-6E8A-4147-A177-3AD203B41FA5}">
                      <a16:colId xmlns:a16="http://schemas.microsoft.com/office/drawing/2014/main" val="86706388"/>
                    </a:ext>
                  </a:extLst>
                </a:gridCol>
              </a:tblGrid>
              <a:tr h="1392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대분류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7656506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글을 읽고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O,X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9293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 읽고 그림이나 글 선택하기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3518797"/>
                  </a:ext>
                </a:extLst>
              </a:tr>
              <a:tr h="2752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5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and Drop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문장의 빈칸에 알맞은 단어를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보기에서 골라 넣기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559886"/>
                  </a:ext>
                </a:extLst>
              </a:tr>
              <a:tr h="16643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순서배열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4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순서대로 터치하기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순서대로 터치하기</a:t>
                      </a:r>
                    </a:p>
                  </a:txBody>
                  <a:tcPr marL="113049" marR="113049" marT="56524" marB="5652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21922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9361B228-C2B9-7FC7-E1C5-E38AE5E644A0}"/>
              </a:ext>
            </a:extLst>
          </p:cNvPr>
          <p:cNvGrpSpPr/>
          <p:nvPr/>
        </p:nvGrpSpPr>
        <p:grpSpPr>
          <a:xfrm rot="5400000" flipH="1">
            <a:off x="766745" y="3932306"/>
            <a:ext cx="230832" cy="314510"/>
            <a:chOff x="4437623" y="2035551"/>
            <a:chExt cx="230832" cy="314510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576160B6-8587-0D2C-14DE-B4F129B038BE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2B36E37A-054E-1055-D1C5-CC3D980439F0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507E2C53-FA85-D7BF-2047-3E7E796EFED4}"/>
              </a:ext>
            </a:extLst>
          </p:cNvPr>
          <p:cNvGrpSpPr/>
          <p:nvPr/>
        </p:nvGrpSpPr>
        <p:grpSpPr>
          <a:xfrm rot="5400000" flipH="1">
            <a:off x="2333393" y="3927497"/>
            <a:ext cx="230832" cy="324128"/>
            <a:chOff x="4437623" y="2030742"/>
            <a:chExt cx="230832" cy="324128"/>
          </a:xfrm>
        </p:grpSpPr>
        <p:sp>
          <p:nvSpPr>
            <p:cNvPr id="62" name="눈물 방울 61">
              <a:extLst>
                <a:ext uri="{FF2B5EF4-FFF2-40B4-BE49-F238E27FC236}">
                  <a16:creationId xmlns:a16="http://schemas.microsoft.com/office/drawing/2014/main" id="{C81B8C15-B22F-E53E-46CB-32E2D1726959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A5F406A7-31FB-648B-1A03-6B9A91DE1DC9}"/>
                </a:ext>
              </a:extLst>
            </p:cNvPr>
            <p:cNvSpPr/>
            <p:nvPr/>
          </p:nvSpPr>
          <p:spPr>
            <a:xfrm rot="5400000">
              <a:off x="4390975" y="2077390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C6B32E23-C43E-8640-0A86-6384B78FE76C}"/>
              </a:ext>
            </a:extLst>
          </p:cNvPr>
          <p:cNvGrpSpPr/>
          <p:nvPr/>
        </p:nvGrpSpPr>
        <p:grpSpPr>
          <a:xfrm rot="5400000">
            <a:off x="5775030" y="3311972"/>
            <a:ext cx="230832" cy="325730"/>
            <a:chOff x="6369089" y="6069253"/>
            <a:chExt cx="230832" cy="325730"/>
          </a:xfrm>
        </p:grpSpPr>
        <p:sp>
          <p:nvSpPr>
            <p:cNvPr id="65" name="눈물 방울 64">
              <a:extLst>
                <a:ext uri="{FF2B5EF4-FFF2-40B4-BE49-F238E27FC236}">
                  <a16:creationId xmlns:a16="http://schemas.microsoft.com/office/drawing/2014/main" id="{1BB01543-5C8D-8482-E948-D79FA002827A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4C1C228D-C078-CCC2-C415-83562DFB7109}"/>
                </a:ext>
              </a:extLst>
            </p:cNvPr>
            <p:cNvSpPr/>
            <p:nvPr/>
          </p:nvSpPr>
          <p:spPr>
            <a:xfrm rot="16200000" flipH="1">
              <a:off x="6321640" y="6116702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4D40BDE5-37F0-00F0-ADA3-58AEB892A0D8}"/>
              </a:ext>
            </a:extLst>
          </p:cNvPr>
          <p:cNvSpPr txBox="1"/>
          <p:nvPr/>
        </p:nvSpPr>
        <p:spPr>
          <a:xfrm>
            <a:off x="1509101" y="1910792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43D0A87-2F26-C708-0CB0-58633F596073}"/>
              </a:ext>
            </a:extLst>
          </p:cNvPr>
          <p:cNvSpPr/>
          <p:nvPr/>
        </p:nvSpPr>
        <p:spPr>
          <a:xfrm>
            <a:off x="3070727" y="190674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CA8D513-A090-D0E5-0F6A-D86AAB66228A}"/>
              </a:ext>
            </a:extLst>
          </p:cNvPr>
          <p:cNvSpPr/>
          <p:nvPr/>
        </p:nvSpPr>
        <p:spPr>
          <a:xfrm>
            <a:off x="3743248" y="1906740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300566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6947542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6181582"/>
              </p:ext>
            </p:extLst>
          </p:nvPr>
        </p:nvGraphicFramePr>
        <p:xfrm>
          <a:off x="7562672" y="283032"/>
          <a:ext cx="2307098" cy="3105156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 설정 선택 시 노출되는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글을 읽고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O,X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1500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입력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초과 입력값 무시하며 초과 등록 시 제한글자까지만 등록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문제의 정답을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표기는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'O'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표기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458167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458167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054634"/>
              </p:ext>
            </p:extLst>
          </p:nvPr>
        </p:nvGraphicFramePr>
        <p:xfrm>
          <a:off x="307975" y="1059281"/>
          <a:ext cx="7092950" cy="34346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79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777721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글을 읽고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O,X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8A9A713-0FF7-0AE3-2ABD-3F86E5EFFB8C}"/>
              </a:ext>
            </a:extLst>
          </p:cNvPr>
          <p:cNvGrpSpPr/>
          <p:nvPr/>
        </p:nvGrpSpPr>
        <p:grpSpPr>
          <a:xfrm>
            <a:off x="3297854" y="2678260"/>
            <a:ext cx="1879419" cy="182240"/>
            <a:chOff x="5720375" y="2134256"/>
            <a:chExt cx="1879419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32132BD3-9713-DB98-7FF0-3626EEA1D05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글을 읽고 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O, X </a:t>
              </a: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FBB48F2-B67E-79A9-8D8C-DBB20C8B89F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77269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선택하기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1498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8" y="3270434"/>
            <a:ext cx="4475054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A9ED73B-8A49-54E9-BAE3-ADA35F28AAAD}"/>
              </a:ext>
            </a:extLst>
          </p:cNvPr>
          <p:cNvSpPr/>
          <p:nvPr/>
        </p:nvSpPr>
        <p:spPr>
          <a:xfrm>
            <a:off x="2638698" y="3724355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F4337C2-4B14-6D2E-2FA9-A12B8A22A948}"/>
              </a:ext>
            </a:extLst>
          </p:cNvPr>
          <p:cNvSpPr txBox="1"/>
          <p:nvPr/>
        </p:nvSpPr>
        <p:spPr>
          <a:xfrm>
            <a:off x="3371358" y="4011351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785460-4DCC-FA9C-1FF9-84A90DE549F1}"/>
              </a:ext>
            </a:extLst>
          </p:cNvPr>
          <p:cNvSpPr/>
          <p:nvPr/>
        </p:nvSpPr>
        <p:spPr>
          <a:xfrm>
            <a:off x="2638698" y="3990352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CFB4978-306C-A8BC-3839-4E014A19EE61}"/>
              </a:ext>
            </a:extLst>
          </p:cNvPr>
          <p:cNvSpPr txBox="1"/>
          <p:nvPr/>
        </p:nvSpPr>
        <p:spPr>
          <a:xfrm>
            <a:off x="3371358" y="3731536"/>
            <a:ext cx="176226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mp3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CEB86345-6C53-4065-0A1D-9889050A4456}"/>
              </a:ext>
            </a:extLst>
          </p:cNvPr>
          <p:cNvGrpSpPr/>
          <p:nvPr/>
        </p:nvGrpSpPr>
        <p:grpSpPr>
          <a:xfrm>
            <a:off x="2636461" y="4287694"/>
            <a:ext cx="638074" cy="149845"/>
            <a:chOff x="1504626" y="2963362"/>
            <a:chExt cx="638074" cy="149845"/>
          </a:xfrm>
        </p:grpSpPr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A65DFE37-38DD-778F-11D6-E595799CBC4F}"/>
                </a:ext>
              </a:extLst>
            </p:cNvPr>
            <p:cNvSpPr/>
            <p:nvPr/>
          </p:nvSpPr>
          <p:spPr bwMode="auto">
            <a:xfrm>
              <a:off x="1992855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X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AEE9C363-3DFA-CC29-0C90-BE7935556CDA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240C1750-579B-D4D4-48B9-6554F63DFE33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" name="타원 61">
                <a:extLst>
                  <a:ext uri="{FF2B5EF4-FFF2-40B4-BE49-F238E27FC236}">
                    <a16:creationId xmlns:a16="http://schemas.microsoft.com/office/drawing/2014/main" id="{B416E84B-4291-2C45-28DA-2D2FF3680E6E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0632B80-9099-0D2B-9E65-F532AF5C85B1}"/>
              </a:ext>
            </a:extLst>
          </p:cNvPr>
          <p:cNvGrpSpPr/>
          <p:nvPr/>
        </p:nvGrpSpPr>
        <p:grpSpPr>
          <a:xfrm rot="5400000" flipH="1">
            <a:off x="66563" y="2899758"/>
            <a:ext cx="230832" cy="251992"/>
            <a:chOff x="4437623" y="2066810"/>
            <a:chExt cx="230832" cy="251992"/>
          </a:xfrm>
        </p:grpSpPr>
        <p:sp>
          <p:nvSpPr>
            <p:cNvPr id="96" name="눈물 방울 95">
              <a:extLst>
                <a:ext uri="{FF2B5EF4-FFF2-40B4-BE49-F238E27FC236}">
                  <a16:creationId xmlns:a16="http://schemas.microsoft.com/office/drawing/2014/main" id="{00E0B79B-798E-CEE2-1FCC-9166CA77D4A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E3B6DE4E-A1A4-9300-F58B-C4CBA9B7F51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42FD311-EC20-40C8-8C4B-651C3A795E3D}"/>
              </a:ext>
            </a:extLst>
          </p:cNvPr>
          <p:cNvGrpSpPr/>
          <p:nvPr/>
        </p:nvGrpSpPr>
        <p:grpSpPr>
          <a:xfrm rot="5400000" flipH="1">
            <a:off x="4248143" y="2913762"/>
            <a:ext cx="230832" cy="314510"/>
            <a:chOff x="4437623" y="2035551"/>
            <a:chExt cx="230832" cy="314510"/>
          </a:xfrm>
        </p:grpSpPr>
        <p:sp>
          <p:nvSpPr>
            <p:cNvPr id="101" name="눈물 방울 100">
              <a:extLst>
                <a:ext uri="{FF2B5EF4-FFF2-40B4-BE49-F238E27FC236}">
                  <a16:creationId xmlns:a16="http://schemas.microsoft.com/office/drawing/2014/main" id="{729CEBCC-9B20-EF1E-8D8C-D87C8A90AA70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4C58D237-0505-5716-725A-EE34A7E34009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231F40E1-F75A-23DF-7130-006E6D0FE91F}"/>
              </a:ext>
            </a:extLst>
          </p:cNvPr>
          <p:cNvGrpSpPr/>
          <p:nvPr/>
        </p:nvGrpSpPr>
        <p:grpSpPr>
          <a:xfrm rot="5400000" flipH="1">
            <a:off x="1105929" y="3305227"/>
            <a:ext cx="230832" cy="251992"/>
            <a:chOff x="4437623" y="2066810"/>
            <a:chExt cx="230832" cy="251992"/>
          </a:xfrm>
        </p:grpSpPr>
        <p:sp>
          <p:nvSpPr>
            <p:cNvPr id="114" name="눈물 방울 113">
              <a:extLst>
                <a:ext uri="{FF2B5EF4-FFF2-40B4-BE49-F238E27FC236}">
                  <a16:creationId xmlns:a16="http://schemas.microsoft.com/office/drawing/2014/main" id="{2C21478C-A63A-96CA-9C8C-F0219165527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CB886029-ADD0-E583-F47B-B7344BDCBFA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ADFD8341-FB32-74DE-6531-48619B2329A6}"/>
              </a:ext>
            </a:extLst>
          </p:cNvPr>
          <p:cNvGrpSpPr/>
          <p:nvPr/>
        </p:nvGrpSpPr>
        <p:grpSpPr>
          <a:xfrm rot="5400000" flipH="1">
            <a:off x="1105929" y="3687211"/>
            <a:ext cx="230832" cy="251992"/>
            <a:chOff x="4437623" y="2066810"/>
            <a:chExt cx="230832" cy="251992"/>
          </a:xfrm>
        </p:grpSpPr>
        <p:sp>
          <p:nvSpPr>
            <p:cNvPr id="117" name="눈물 방울 116">
              <a:extLst>
                <a:ext uri="{FF2B5EF4-FFF2-40B4-BE49-F238E27FC236}">
                  <a16:creationId xmlns:a16="http://schemas.microsoft.com/office/drawing/2014/main" id="{7ADDF77E-D0E4-2E4D-A6CF-81D833F1216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6FC2679A-8FB3-D29C-0275-1073760F3C4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5BA4C2E5-CDC9-EF49-A2B0-5817BEE21F2F}"/>
              </a:ext>
            </a:extLst>
          </p:cNvPr>
          <p:cNvGrpSpPr/>
          <p:nvPr/>
        </p:nvGrpSpPr>
        <p:grpSpPr>
          <a:xfrm rot="5400000" flipH="1">
            <a:off x="1105929" y="3925506"/>
            <a:ext cx="230832" cy="251992"/>
            <a:chOff x="4437623" y="2066810"/>
            <a:chExt cx="230832" cy="251992"/>
          </a:xfrm>
        </p:grpSpPr>
        <p:sp>
          <p:nvSpPr>
            <p:cNvPr id="120" name="눈물 방울 119">
              <a:extLst>
                <a:ext uri="{FF2B5EF4-FFF2-40B4-BE49-F238E27FC236}">
                  <a16:creationId xmlns:a16="http://schemas.microsoft.com/office/drawing/2014/main" id="{B67F3D60-011C-CDDA-0538-478E58F134E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D45F7579-DA78-A32C-47E5-07A094DAF6C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8BDFBD57-C441-6A49-258D-43AFE2662673}"/>
              </a:ext>
            </a:extLst>
          </p:cNvPr>
          <p:cNvGrpSpPr/>
          <p:nvPr/>
        </p:nvGrpSpPr>
        <p:grpSpPr>
          <a:xfrm rot="5400000" flipH="1">
            <a:off x="1105929" y="4209480"/>
            <a:ext cx="230832" cy="251992"/>
            <a:chOff x="4437623" y="2066810"/>
            <a:chExt cx="230832" cy="251992"/>
          </a:xfrm>
        </p:grpSpPr>
        <p:sp>
          <p:nvSpPr>
            <p:cNvPr id="123" name="눈물 방울 122">
              <a:extLst>
                <a:ext uri="{FF2B5EF4-FFF2-40B4-BE49-F238E27FC236}">
                  <a16:creationId xmlns:a16="http://schemas.microsoft.com/office/drawing/2014/main" id="{F03A1364-74FC-C72F-5F6F-11EC9C4605F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02554059-30E3-9A74-191A-C66C3FC7637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635B348B-FA43-E4D4-0611-E6E2FB10ECBA}"/>
              </a:ext>
            </a:extLst>
          </p:cNvPr>
          <p:cNvSpPr txBox="1"/>
          <p:nvPr/>
        </p:nvSpPr>
        <p:spPr>
          <a:xfrm>
            <a:off x="1355747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4CE1093-521D-B879-D08F-F949A9920CE7}"/>
              </a:ext>
            </a:extLst>
          </p:cNvPr>
          <p:cNvSpPr/>
          <p:nvPr/>
        </p:nvSpPr>
        <p:spPr>
          <a:xfrm>
            <a:off x="2917373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6D26703-F296-B9C0-5999-158157EBEB04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797697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37928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2017429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460897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460897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9503534"/>
              </p:ext>
            </p:extLst>
          </p:nvPr>
        </p:nvGraphicFramePr>
        <p:xfrm>
          <a:off x="307975" y="1059281"/>
          <a:ext cx="7092950" cy="34346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79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3465588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글을 읽고 </a:t>
                      </a:r>
                      <a:r>
                        <a:rPr lang="en-US" altLang="ko-KR" sz="900"/>
                        <a:t>O, X </a:t>
                      </a:r>
                      <a:r>
                        <a:rPr lang="ko-KR" altLang="en-US" sz="900"/>
                        <a:t>선택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글을 읽고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O,X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글을 읽고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O,X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선택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루카는 아빠와 엄마가 도저히 찾을 수 없는 곳으로 계속 달렸어요</a:t>
                      </a:r>
                      <a:r>
                        <a:rPr lang="en-US" altLang="ko-KR" sz="900"/>
                        <a:t>.</a:t>
                      </a:r>
                    </a:p>
                    <a:p>
                      <a:pPr latinLnBrk="1"/>
                      <a:r>
                        <a:rPr lang="ko-KR" altLang="en-US" sz="900"/>
                        <a:t>그 이유는 루카가 아빠 엄마와 함께 살고 싶지 않기 때문입니다</a:t>
                      </a:r>
                      <a:r>
                        <a:rPr lang="en-US" altLang="ko-KR" sz="900"/>
                        <a:t>.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5CA2A625-9B14-2F60-FAA7-2D137983D70E}"/>
              </a:ext>
            </a:extLst>
          </p:cNvPr>
          <p:cNvSpPr/>
          <p:nvPr/>
        </p:nvSpPr>
        <p:spPr>
          <a:xfrm>
            <a:off x="307975" y="460897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8220E433-C239-C8E1-BEB9-C6EA4D5952BF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49C94F22-8EA8-F208-0D40-812C0442C55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3FF4A78C-CC9F-C865-0AF8-E4970D68FB3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FF87CADE-4E68-21B7-DB28-403A937CFF1F}"/>
              </a:ext>
            </a:extLst>
          </p:cNvPr>
          <p:cNvGrpSpPr/>
          <p:nvPr/>
        </p:nvGrpSpPr>
        <p:grpSpPr>
          <a:xfrm rot="5400000" flipH="1">
            <a:off x="66563" y="4591738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7CAEEF05-787F-2991-29A6-07266FF1C0A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5D0DB5F8-0EF3-C092-CBD2-533F3E43302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11A0B74-CCFB-31D0-A11B-728A36C00876}"/>
              </a:ext>
            </a:extLst>
          </p:cNvPr>
          <p:cNvGrpSpPr/>
          <p:nvPr/>
        </p:nvGrpSpPr>
        <p:grpSpPr>
          <a:xfrm rot="5400000" flipH="1">
            <a:off x="5496661" y="4617485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54080D9B-3506-62FB-3490-0105CD5D0D8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E9CD877-0B82-B7D5-C9BC-8C59F57FE5C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1418321-4573-5C28-B516-C48873FF9AA3}"/>
              </a:ext>
            </a:extLst>
          </p:cNvPr>
          <p:cNvGrpSpPr/>
          <p:nvPr/>
        </p:nvGrpSpPr>
        <p:grpSpPr>
          <a:xfrm rot="5400000" flipH="1">
            <a:off x="6907905" y="4920231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6155CFFE-2CDB-0399-585D-9C68D1DB0288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BB737AB1-7A1F-5F63-DE72-1CD48438B0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B786B419-7102-AF75-426E-2411E80B283E}"/>
              </a:ext>
            </a:extLst>
          </p:cNvPr>
          <p:cNvGrpSpPr/>
          <p:nvPr/>
        </p:nvGrpSpPr>
        <p:grpSpPr>
          <a:xfrm rot="5400000">
            <a:off x="577721" y="4870758"/>
            <a:ext cx="230832" cy="333746"/>
            <a:chOff x="6369090" y="6065244"/>
            <a:chExt cx="230832" cy="333746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374F6D25-836E-4E8B-FA4B-400BBA31AFFB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AA1BDCA2-699D-F63E-E707-6050FB530710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504531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32458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237291"/>
              </p:ext>
            </p:extLst>
          </p:nvPr>
        </p:nvGraphicFramePr>
        <p:xfrm>
          <a:off x="7562672" y="283032"/>
          <a:ext cx="2307098" cy="520255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문제를 읽고 그림이나 글 선택하기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하위 문항 유형을 선택하는 라디오버튼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표시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문장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으로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 선택 시 하위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4a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항목이 변동되어 입력란을 전환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문항유형이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문장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인 경우 인풋박스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노출하여 문항을 입력할 수 있도록 제공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입력가능한 글자수는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자로 제한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정답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문항의 정답을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표기는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'1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번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으로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67543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736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83444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7583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9057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200501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4664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26183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926972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92697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3714315"/>
              </p:ext>
            </p:extLst>
          </p:nvPr>
        </p:nvGraphicFramePr>
        <p:xfrm>
          <a:off x="307975" y="1059281"/>
          <a:ext cx="7092951" cy="4785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1053737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3760743">
                  <a:extLst>
                    <a:ext uri="{9D8B030D-6E8A-4147-A177-3AD203B41FA5}">
                      <a16:colId xmlns:a16="http://schemas.microsoft.com/office/drawing/2014/main" val="1045844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4558794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문항 유형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3704566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8A9A713-0FF7-0AE3-2ABD-3F86E5EFFB8C}"/>
              </a:ext>
            </a:extLst>
          </p:cNvPr>
          <p:cNvGrpSpPr/>
          <p:nvPr/>
        </p:nvGrpSpPr>
        <p:grpSpPr>
          <a:xfrm>
            <a:off x="3297854" y="2675004"/>
            <a:ext cx="1879419" cy="182240"/>
            <a:chOff x="5720375" y="2134256"/>
            <a:chExt cx="1879419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32132BD3-9713-DB98-7FF0-3626EEA1D05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문제를</a:t>
              </a:r>
              <a:r>
                <a:rPr lang="en-US" altLang="ko-KR" sz="800" b="0">
                  <a:solidFill>
                    <a:schemeClr val="tx1"/>
                  </a:solidFill>
                  <a:latin typeface="+mn-ea"/>
                  <a:ea typeface="+mn-ea"/>
                </a:rPr>
                <a:t> </a:t>
              </a: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읽고 그림이나 글 선택하기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FBB48F2-B67E-79A9-8D8C-DBB20C8B89F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74013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선택하기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08242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67178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A9ED73B-8A49-54E9-BAE3-ADA35F28AAAD}"/>
              </a:ext>
            </a:extLst>
          </p:cNvPr>
          <p:cNvSpPr/>
          <p:nvPr/>
        </p:nvSpPr>
        <p:spPr>
          <a:xfrm>
            <a:off x="2638698" y="372109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F4337C2-4B14-6D2E-2FA9-A12B8A22A948}"/>
              </a:ext>
            </a:extLst>
          </p:cNvPr>
          <p:cNvSpPr txBox="1"/>
          <p:nvPr/>
        </p:nvSpPr>
        <p:spPr>
          <a:xfrm>
            <a:off x="3371358" y="4008095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785460-4DCC-FA9C-1FF9-84A90DE549F1}"/>
              </a:ext>
            </a:extLst>
          </p:cNvPr>
          <p:cNvSpPr/>
          <p:nvPr/>
        </p:nvSpPr>
        <p:spPr>
          <a:xfrm>
            <a:off x="2638698" y="3987096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CFB4978-306C-A8BC-3839-4E014A19EE61}"/>
              </a:ext>
            </a:extLst>
          </p:cNvPr>
          <p:cNvSpPr txBox="1"/>
          <p:nvPr/>
        </p:nvSpPr>
        <p:spPr>
          <a:xfrm>
            <a:off x="3371358" y="3728280"/>
            <a:ext cx="176226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mp3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88EE64FA-B1FC-8CF6-64AC-59889F939988}"/>
              </a:ext>
            </a:extLst>
          </p:cNvPr>
          <p:cNvGrpSpPr/>
          <p:nvPr/>
        </p:nvGrpSpPr>
        <p:grpSpPr>
          <a:xfrm>
            <a:off x="3737678" y="4277640"/>
            <a:ext cx="772754" cy="149845"/>
            <a:chOff x="1504626" y="2963362"/>
            <a:chExt cx="772754" cy="149845"/>
          </a:xfrm>
        </p:grpSpPr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37DB5373-91E4-B9D0-234D-FC6E47CDF221}"/>
                </a:ext>
              </a:extLst>
            </p:cNvPr>
            <p:cNvSpPr/>
            <p:nvPr/>
          </p:nvSpPr>
          <p:spPr bwMode="auto">
            <a:xfrm>
              <a:off x="2127535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그림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5D5EB782-DB48-9966-A745-5FDBD7623E58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2C7068D6-D300-39E2-DE80-E92080AF1A6B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문장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타원 65">
                <a:extLst>
                  <a:ext uri="{FF2B5EF4-FFF2-40B4-BE49-F238E27FC236}">
                    <a16:creationId xmlns:a16="http://schemas.microsoft.com/office/drawing/2014/main" id="{A22852C9-9B72-74B1-877B-2D8BD249EF3B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77A2FEE-5954-5703-F5BD-00BEE3488848}"/>
              </a:ext>
            </a:extLst>
          </p:cNvPr>
          <p:cNvSpPr/>
          <p:nvPr/>
        </p:nvSpPr>
        <p:spPr>
          <a:xfrm>
            <a:off x="2790257" y="4524518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EF240C-B322-09F8-A323-704514095E99}"/>
              </a:ext>
            </a:extLst>
          </p:cNvPr>
          <p:cNvSpPr/>
          <p:nvPr/>
        </p:nvSpPr>
        <p:spPr>
          <a:xfrm>
            <a:off x="2790257" y="4790984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B89C4CF-4BB8-307C-B492-83F754AEA0B7}"/>
              </a:ext>
            </a:extLst>
          </p:cNvPr>
          <p:cNvSpPr/>
          <p:nvPr/>
        </p:nvSpPr>
        <p:spPr>
          <a:xfrm>
            <a:off x="2790257" y="5060237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EB823B0-AF47-7446-6E08-CCE6669A0DD8}"/>
              </a:ext>
            </a:extLst>
          </p:cNvPr>
          <p:cNvSpPr/>
          <p:nvPr/>
        </p:nvSpPr>
        <p:spPr>
          <a:xfrm>
            <a:off x="2790257" y="5331538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0F49F34D-4579-508F-34B0-2BB6C5D26507}"/>
              </a:ext>
            </a:extLst>
          </p:cNvPr>
          <p:cNvGrpSpPr/>
          <p:nvPr/>
        </p:nvGrpSpPr>
        <p:grpSpPr>
          <a:xfrm>
            <a:off x="2641989" y="5617634"/>
            <a:ext cx="1712464" cy="149845"/>
            <a:chOff x="1504626" y="2963362"/>
            <a:chExt cx="1712464" cy="149845"/>
          </a:xfrm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4650BA38-C63F-C600-F499-FC19A06CF839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40E55566-C170-E86A-18A8-DBC48F3A2D6F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434079D9-5F1A-94E1-6F83-CAF4FCB8D3A4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</a:t>
                </a:r>
                <a:r>
                  <a:rPr lang="ko-KR" altLang="en-US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번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" name="타원 76">
                <a:extLst>
                  <a:ext uri="{FF2B5EF4-FFF2-40B4-BE49-F238E27FC236}">
                    <a16:creationId xmlns:a16="http://schemas.microsoft.com/office/drawing/2014/main" id="{BB92353F-A92F-8867-C7CA-EDC339F1AB56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04839449-625C-8E35-E2FA-C105B08D77F4}"/>
                </a:ext>
              </a:extLst>
            </p:cNvPr>
            <p:cNvSpPr/>
            <p:nvPr/>
          </p:nvSpPr>
          <p:spPr bwMode="auto">
            <a:xfrm>
              <a:off x="2600600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E5EAAAAD-A5B3-14BF-FBB0-0AAF241D5427}"/>
                </a:ext>
              </a:extLst>
            </p:cNvPr>
            <p:cNvSpPr/>
            <p:nvPr/>
          </p:nvSpPr>
          <p:spPr bwMode="auto">
            <a:xfrm>
              <a:off x="3067245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CCB40CCA-4F34-7B43-3825-0CB823C0FAE7}"/>
              </a:ext>
            </a:extLst>
          </p:cNvPr>
          <p:cNvGrpSpPr/>
          <p:nvPr/>
        </p:nvGrpSpPr>
        <p:grpSpPr>
          <a:xfrm rot="5400000" flipH="1">
            <a:off x="66563" y="2996357"/>
            <a:ext cx="230832" cy="251992"/>
            <a:chOff x="4437623" y="2066810"/>
            <a:chExt cx="230832" cy="251992"/>
          </a:xfrm>
        </p:grpSpPr>
        <p:sp>
          <p:nvSpPr>
            <p:cNvPr id="79" name="눈물 방울 78">
              <a:extLst>
                <a:ext uri="{FF2B5EF4-FFF2-40B4-BE49-F238E27FC236}">
                  <a16:creationId xmlns:a16="http://schemas.microsoft.com/office/drawing/2014/main" id="{B26847F0-434A-2617-0037-775675C863E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25E265D5-63A5-C112-8100-4B08777B59C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69E24B12-9FB0-9F8F-6F0A-8CB245D8476A}"/>
              </a:ext>
            </a:extLst>
          </p:cNvPr>
          <p:cNvGrpSpPr/>
          <p:nvPr/>
        </p:nvGrpSpPr>
        <p:grpSpPr>
          <a:xfrm rot="5400000" flipH="1">
            <a:off x="5018210" y="2908791"/>
            <a:ext cx="230832" cy="314510"/>
            <a:chOff x="4437623" y="2035551"/>
            <a:chExt cx="230832" cy="314510"/>
          </a:xfrm>
        </p:grpSpPr>
        <p:sp>
          <p:nvSpPr>
            <p:cNvPr id="82" name="눈물 방울 81">
              <a:extLst>
                <a:ext uri="{FF2B5EF4-FFF2-40B4-BE49-F238E27FC236}">
                  <a16:creationId xmlns:a16="http://schemas.microsoft.com/office/drawing/2014/main" id="{8EFBA0D8-9CB1-04DB-8A2B-E2C14279E148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058457C-78DE-2ABB-4048-3C665C9E41D8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4FEC89BF-76C4-C944-5499-F7D7BB8C885F}"/>
              </a:ext>
            </a:extLst>
          </p:cNvPr>
          <p:cNvGrpSpPr/>
          <p:nvPr/>
        </p:nvGrpSpPr>
        <p:grpSpPr>
          <a:xfrm rot="5400000" flipH="1">
            <a:off x="1041813" y="3683955"/>
            <a:ext cx="230832" cy="251992"/>
            <a:chOff x="4437623" y="2066810"/>
            <a:chExt cx="230832" cy="251992"/>
          </a:xfrm>
        </p:grpSpPr>
        <p:sp>
          <p:nvSpPr>
            <p:cNvPr id="85" name="눈물 방울 84">
              <a:extLst>
                <a:ext uri="{FF2B5EF4-FFF2-40B4-BE49-F238E27FC236}">
                  <a16:creationId xmlns:a16="http://schemas.microsoft.com/office/drawing/2014/main" id="{E7DABAA7-9145-D69C-D2E0-13381C82DB1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94A7FA54-60F4-D19B-312A-686E0B7BCC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59496153-01C9-9781-7AE8-DC788AA63808}"/>
              </a:ext>
            </a:extLst>
          </p:cNvPr>
          <p:cNvGrpSpPr/>
          <p:nvPr/>
        </p:nvGrpSpPr>
        <p:grpSpPr>
          <a:xfrm rot="5400000" flipH="1">
            <a:off x="1041813" y="3969280"/>
            <a:ext cx="230832" cy="251992"/>
            <a:chOff x="4437623" y="2066810"/>
            <a:chExt cx="230832" cy="251992"/>
          </a:xfrm>
        </p:grpSpPr>
        <p:sp>
          <p:nvSpPr>
            <p:cNvPr id="88" name="눈물 방울 87">
              <a:extLst>
                <a:ext uri="{FF2B5EF4-FFF2-40B4-BE49-F238E27FC236}">
                  <a16:creationId xmlns:a16="http://schemas.microsoft.com/office/drawing/2014/main" id="{3294B00D-C7CD-70E3-42C3-30461A3985C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7C0FE21D-2A5B-2F9C-2329-9D7F0BD7ED0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79C617EE-30E4-97AE-373A-A95B7E4C489A}"/>
              </a:ext>
            </a:extLst>
          </p:cNvPr>
          <p:cNvGrpSpPr/>
          <p:nvPr/>
        </p:nvGrpSpPr>
        <p:grpSpPr>
          <a:xfrm rot="5400000" flipH="1">
            <a:off x="2358678" y="4258338"/>
            <a:ext cx="230832" cy="251992"/>
            <a:chOff x="4437623" y="2066810"/>
            <a:chExt cx="230832" cy="251992"/>
          </a:xfrm>
        </p:grpSpPr>
        <p:sp>
          <p:nvSpPr>
            <p:cNvPr id="91" name="눈물 방울 90">
              <a:extLst>
                <a:ext uri="{FF2B5EF4-FFF2-40B4-BE49-F238E27FC236}">
                  <a16:creationId xmlns:a16="http://schemas.microsoft.com/office/drawing/2014/main" id="{4970F25B-44EE-C444-65B4-47AE0A9ADD2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97371F72-1A7C-44F2-A5E2-2CA7FCA07CE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4FBC762D-EEFE-1D17-F52B-D2CFDFBEDCCE}"/>
              </a:ext>
            </a:extLst>
          </p:cNvPr>
          <p:cNvGrpSpPr/>
          <p:nvPr/>
        </p:nvGrpSpPr>
        <p:grpSpPr>
          <a:xfrm rot="5400000" flipH="1">
            <a:off x="6220155" y="4724849"/>
            <a:ext cx="230832" cy="314510"/>
            <a:chOff x="4437623" y="2035551"/>
            <a:chExt cx="230832" cy="314510"/>
          </a:xfrm>
        </p:grpSpPr>
        <p:sp>
          <p:nvSpPr>
            <p:cNvPr id="94" name="눈물 방울 93">
              <a:extLst>
                <a:ext uri="{FF2B5EF4-FFF2-40B4-BE49-F238E27FC236}">
                  <a16:creationId xmlns:a16="http://schemas.microsoft.com/office/drawing/2014/main" id="{C3C4C080-561C-2F64-01B6-0CE4241A2AFB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85AEC62C-6D37-0793-EC30-20CD57DB6E8A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B06391F-0182-434D-FC3E-B81270EB19F0}"/>
              </a:ext>
            </a:extLst>
          </p:cNvPr>
          <p:cNvSpPr/>
          <p:nvPr/>
        </p:nvSpPr>
        <p:spPr>
          <a:xfrm>
            <a:off x="2542198" y="4457193"/>
            <a:ext cx="3633550" cy="1110618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49EE975F-3322-BEE6-D7D7-881CCDF14BBD}"/>
              </a:ext>
            </a:extLst>
          </p:cNvPr>
          <p:cNvGrpSpPr/>
          <p:nvPr/>
        </p:nvGrpSpPr>
        <p:grpSpPr>
          <a:xfrm rot="5400000" flipH="1">
            <a:off x="2358678" y="5586939"/>
            <a:ext cx="230832" cy="251992"/>
            <a:chOff x="4437623" y="2066810"/>
            <a:chExt cx="230832" cy="251992"/>
          </a:xfrm>
        </p:grpSpPr>
        <p:sp>
          <p:nvSpPr>
            <p:cNvPr id="101" name="눈물 방울 100">
              <a:extLst>
                <a:ext uri="{FF2B5EF4-FFF2-40B4-BE49-F238E27FC236}">
                  <a16:creationId xmlns:a16="http://schemas.microsoft.com/office/drawing/2014/main" id="{F46C5B93-9BF8-E531-4BF7-E436E04F50F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99586BA5-C520-47E9-7303-AABD69EFA5D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4CC59D2-DEA9-D12E-340F-38C3C401BED0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80713FC-2E10-FF4A-708F-AE533EC6F6AB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A08D3F4-CCF0-9C2E-613F-FB3942D25748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99038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353169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604794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604794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4795921"/>
              </p:ext>
            </p:extLst>
          </p:nvPr>
        </p:nvGraphicFramePr>
        <p:xfrm>
          <a:off x="307975" y="1059281"/>
          <a:ext cx="7092951" cy="48771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1053737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3760743">
                  <a:extLst>
                    <a:ext uri="{9D8B030D-6E8A-4147-A177-3AD203B41FA5}">
                      <a16:colId xmlns:a16="http://schemas.microsoft.com/office/drawing/2014/main" val="1045844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59480877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아빠와 루카가 함께 별을 볼 때면 엄마는 늘 이렇게 말해요</a:t>
                      </a:r>
                      <a:r>
                        <a:rPr lang="en-US" altLang="ko-KR" sz="900"/>
                        <a:t>.</a:t>
                      </a:r>
                    </a:p>
                    <a:p>
                      <a:pPr latinLnBrk="1"/>
                      <a:r>
                        <a:rPr lang="en-US" altLang="ko-KR" sz="900"/>
                        <a:t>“</a:t>
                      </a:r>
                      <a:r>
                        <a:rPr lang="ko-KR" altLang="en-US" sz="900"/>
                        <a:t>둘이 한번 어울리면 시간 가는 줄 모른다니까”</a:t>
                      </a:r>
                    </a:p>
                    <a:p>
                      <a:pPr latinLnBrk="1"/>
                      <a:r>
                        <a:rPr lang="ko-KR" altLang="en-US" sz="900"/>
                        <a:t>아빠와 루카는 어떤 감정을 느끼고 있을까요</a:t>
                      </a:r>
                      <a:r>
                        <a:rPr lang="en-US" altLang="ko-KR" sz="900"/>
                        <a:t>?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문항 유형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문장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ko-KR" altLang="en-US" sz="900"/>
                        <a:t>즐거움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3704566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ko-KR" altLang="en-US" sz="900"/>
                        <a:t>우울함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ko-KR" altLang="en-US" sz="900"/>
                        <a:t>실망감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ko-KR" altLang="en-US" sz="900"/>
                        <a:t>아쉬움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r>
                        <a:rPr lang="ko-KR" altLang="en-US" sz="900"/>
                        <a:t>번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</a:tbl>
          </a:graphicData>
        </a:graphic>
      </p:graphicFrame>
      <p:graphicFrame>
        <p:nvGraphicFramePr>
          <p:cNvPr id="4" name="Group 134">
            <a:extLst>
              <a:ext uri="{FF2B5EF4-FFF2-40B4-BE49-F238E27FC236}">
                <a16:creationId xmlns:a16="http://schemas.microsoft.com/office/drawing/2014/main" id="{05144027-BB8A-CE1E-20C4-6F664A0575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3BE82199-5A64-C08D-E36D-5E2746205FCB}"/>
              </a:ext>
            </a:extLst>
          </p:cNvPr>
          <p:cNvSpPr/>
          <p:nvPr/>
        </p:nvSpPr>
        <p:spPr>
          <a:xfrm>
            <a:off x="307975" y="604794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C566B0-5488-4F8F-6CFC-C30D0F558ED9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F2652807-93B1-8C43-7BB2-0DA380EA28F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51702EB-18D1-B18A-3881-791871A8E7B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ECC4575-89B3-69D4-BFAC-917D20F6531A}"/>
              </a:ext>
            </a:extLst>
          </p:cNvPr>
          <p:cNvGrpSpPr/>
          <p:nvPr/>
        </p:nvGrpSpPr>
        <p:grpSpPr>
          <a:xfrm rot="5400000" flipH="1">
            <a:off x="66563" y="6013985"/>
            <a:ext cx="230832" cy="251992"/>
            <a:chOff x="4437623" y="2066810"/>
            <a:chExt cx="230832" cy="251992"/>
          </a:xfrm>
        </p:grpSpPr>
        <p:sp>
          <p:nvSpPr>
            <p:cNvPr id="10" name="눈물 방울 9">
              <a:extLst>
                <a:ext uri="{FF2B5EF4-FFF2-40B4-BE49-F238E27FC236}">
                  <a16:creationId xmlns:a16="http://schemas.microsoft.com/office/drawing/2014/main" id="{B76E06FB-2ACC-6038-F1F8-1C02AB90DEC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AAC8F6A5-611F-93E3-D3F4-2E10588216C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6A72217B-3C15-36FA-7499-9786B8649BD8}"/>
              </a:ext>
            </a:extLst>
          </p:cNvPr>
          <p:cNvGrpSpPr/>
          <p:nvPr/>
        </p:nvGrpSpPr>
        <p:grpSpPr>
          <a:xfrm rot="5400000" flipH="1">
            <a:off x="5496661" y="6039732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839691D4-0D26-BE5C-3CDC-0E8F27E3619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642B7CC-98FC-53A9-0F19-B8251DEE000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BBDB0EA-A3D3-1789-2C44-92D26F104EB6}"/>
              </a:ext>
            </a:extLst>
          </p:cNvPr>
          <p:cNvGrpSpPr/>
          <p:nvPr/>
        </p:nvGrpSpPr>
        <p:grpSpPr>
          <a:xfrm rot="5400000" flipH="1">
            <a:off x="6907905" y="6342478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06D45B1E-BBE8-0D74-70E8-B8D4B5E7D51A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CD004FA5-1EA0-FFD9-07EF-BB70C8C1D1F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8DB08D92-1579-B961-44CE-A420B4342B7A}"/>
              </a:ext>
            </a:extLst>
          </p:cNvPr>
          <p:cNvGrpSpPr/>
          <p:nvPr/>
        </p:nvGrpSpPr>
        <p:grpSpPr>
          <a:xfrm rot="5400000">
            <a:off x="577721" y="6293005"/>
            <a:ext cx="230832" cy="333746"/>
            <a:chOff x="6369090" y="6065244"/>
            <a:chExt cx="230832" cy="333746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5A353B2F-8169-75C1-6928-E390F947A5BD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CA3C51C6-64F7-3BC0-17B3-88308A8D2722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0418569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11682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7336440"/>
              </p:ext>
            </p:extLst>
          </p:nvPr>
        </p:nvGraphicFramePr>
        <p:xfrm>
          <a:off x="7562672" y="283032"/>
          <a:ext cx="2307098" cy="2530470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문제를 읽고 그림이나 글 선택하기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그림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으로 선택 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2a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항목을 변경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2a) 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이미지 파일을 등록할 수 있는 형태로 제공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93086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93086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962649"/>
              </p:ext>
            </p:extLst>
          </p:nvPr>
        </p:nvGraphicFramePr>
        <p:xfrm>
          <a:off x="307975" y="1059281"/>
          <a:ext cx="7092951" cy="4785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1053737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3760743">
                  <a:extLst>
                    <a:ext uri="{9D8B030D-6E8A-4147-A177-3AD203B41FA5}">
                      <a16:colId xmlns:a16="http://schemas.microsoft.com/office/drawing/2014/main" val="1045844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845096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문항 유형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3704566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8A9A713-0FF7-0AE3-2ABD-3F86E5EFFB8C}"/>
              </a:ext>
            </a:extLst>
          </p:cNvPr>
          <p:cNvGrpSpPr/>
          <p:nvPr/>
        </p:nvGrpSpPr>
        <p:grpSpPr>
          <a:xfrm>
            <a:off x="3297854" y="2678899"/>
            <a:ext cx="1879419" cy="182240"/>
            <a:chOff x="5720375" y="2134256"/>
            <a:chExt cx="1879419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32132BD3-9713-DB98-7FF0-3626EEA1D05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문제를</a:t>
              </a:r>
              <a:r>
                <a:rPr lang="en-US" altLang="ko-KR" sz="800" b="0">
                  <a:solidFill>
                    <a:schemeClr val="tx1"/>
                  </a:solidFill>
                  <a:latin typeface="+mn-ea"/>
                  <a:ea typeface="+mn-ea"/>
                </a:rPr>
                <a:t> </a:t>
              </a: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읽고 그림이나 글 선택하기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FBB48F2-B67E-79A9-8D8C-DBB20C8B89F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77908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선택하기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2137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71073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A9ED73B-8A49-54E9-BAE3-ADA35F28AAAD}"/>
              </a:ext>
            </a:extLst>
          </p:cNvPr>
          <p:cNvSpPr/>
          <p:nvPr/>
        </p:nvSpPr>
        <p:spPr>
          <a:xfrm>
            <a:off x="2638698" y="372499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F4337C2-4B14-6D2E-2FA9-A12B8A22A948}"/>
              </a:ext>
            </a:extLst>
          </p:cNvPr>
          <p:cNvSpPr txBox="1"/>
          <p:nvPr/>
        </p:nvSpPr>
        <p:spPr>
          <a:xfrm>
            <a:off x="3371358" y="4011990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785460-4DCC-FA9C-1FF9-84A90DE549F1}"/>
              </a:ext>
            </a:extLst>
          </p:cNvPr>
          <p:cNvSpPr/>
          <p:nvPr/>
        </p:nvSpPr>
        <p:spPr>
          <a:xfrm>
            <a:off x="2638698" y="399099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CFB4978-306C-A8BC-3839-4E014A19EE61}"/>
              </a:ext>
            </a:extLst>
          </p:cNvPr>
          <p:cNvSpPr txBox="1"/>
          <p:nvPr/>
        </p:nvSpPr>
        <p:spPr>
          <a:xfrm>
            <a:off x="3371358" y="3732175"/>
            <a:ext cx="176226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mp3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0F49F34D-4579-508F-34B0-2BB6C5D26507}"/>
              </a:ext>
            </a:extLst>
          </p:cNvPr>
          <p:cNvGrpSpPr/>
          <p:nvPr/>
        </p:nvGrpSpPr>
        <p:grpSpPr>
          <a:xfrm>
            <a:off x="2641989" y="5621529"/>
            <a:ext cx="1712464" cy="149845"/>
            <a:chOff x="1504626" y="2963362"/>
            <a:chExt cx="1712464" cy="149845"/>
          </a:xfrm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4650BA38-C63F-C600-F499-FC19A06CF839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40E55566-C170-E86A-18A8-DBC48F3A2D6F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434079D9-5F1A-94E1-6F83-CAF4FCB8D3A4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</a:t>
                </a:r>
                <a:r>
                  <a:rPr lang="ko-KR" altLang="en-US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번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" name="타원 76">
                <a:extLst>
                  <a:ext uri="{FF2B5EF4-FFF2-40B4-BE49-F238E27FC236}">
                    <a16:creationId xmlns:a16="http://schemas.microsoft.com/office/drawing/2014/main" id="{BB92353F-A92F-8867-C7CA-EDC339F1AB56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04839449-625C-8E35-E2FA-C105B08D77F4}"/>
                </a:ext>
              </a:extLst>
            </p:cNvPr>
            <p:cNvSpPr/>
            <p:nvPr/>
          </p:nvSpPr>
          <p:spPr bwMode="auto">
            <a:xfrm>
              <a:off x="2600600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E5EAAAAD-A5B3-14BF-FBB0-0AAF241D5427}"/>
                </a:ext>
              </a:extLst>
            </p:cNvPr>
            <p:cNvSpPr/>
            <p:nvPr/>
          </p:nvSpPr>
          <p:spPr bwMode="auto">
            <a:xfrm>
              <a:off x="3067245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7E8CB3E-EF74-8F13-9C5A-F8BC8BCD678B}"/>
              </a:ext>
            </a:extLst>
          </p:cNvPr>
          <p:cNvGrpSpPr/>
          <p:nvPr/>
        </p:nvGrpSpPr>
        <p:grpSpPr>
          <a:xfrm>
            <a:off x="3737963" y="4263187"/>
            <a:ext cx="772756" cy="149845"/>
            <a:chOff x="1504625" y="2963362"/>
            <a:chExt cx="772756" cy="149845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B47F4D8B-ED4A-FA4F-1A67-7F6DC9D8E14C}"/>
                </a:ext>
              </a:extLst>
            </p:cNvPr>
            <p:cNvSpPr/>
            <p:nvPr/>
          </p:nvSpPr>
          <p:spPr bwMode="auto">
            <a:xfrm>
              <a:off x="2127536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그림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996582D4-C9E3-5D82-6230-AC45307CDB80}"/>
                </a:ext>
              </a:extLst>
            </p:cNvPr>
            <p:cNvGrpSpPr/>
            <p:nvPr/>
          </p:nvGrpSpPr>
          <p:grpSpPr>
            <a:xfrm>
              <a:off x="1504625" y="2963362"/>
              <a:ext cx="742460" cy="149845"/>
              <a:chOff x="1420116" y="2250084"/>
              <a:chExt cx="816709" cy="164829"/>
            </a:xfrm>
          </p:grpSpPr>
          <p:sp>
            <p:nvSpPr>
              <p:cNvPr id="7" name="타원 6">
                <a:extLst>
                  <a:ext uri="{FF2B5EF4-FFF2-40B4-BE49-F238E27FC236}">
                    <a16:creationId xmlns:a16="http://schemas.microsoft.com/office/drawing/2014/main" id="{B5CF2C0B-A886-AC58-8DDC-596384BC88DC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문장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" name="타원 7">
                <a:extLst>
                  <a:ext uri="{FF2B5EF4-FFF2-40B4-BE49-F238E27FC236}">
                    <a16:creationId xmlns:a16="http://schemas.microsoft.com/office/drawing/2014/main" id="{0304604B-1588-E657-DB55-CDB81E6BF34B}"/>
                  </a:ext>
                </a:extLst>
              </p:cNvPr>
              <p:cNvSpPr/>
              <p:nvPr/>
            </p:nvSpPr>
            <p:spPr bwMode="auto">
              <a:xfrm>
                <a:off x="2138643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D0A9161-3BF7-7179-A963-57CEFFCF0BB6}"/>
              </a:ext>
            </a:extLst>
          </p:cNvPr>
          <p:cNvGrpSpPr/>
          <p:nvPr/>
        </p:nvGrpSpPr>
        <p:grpSpPr>
          <a:xfrm>
            <a:off x="2766496" y="4523766"/>
            <a:ext cx="3760559" cy="227895"/>
            <a:chOff x="2766496" y="4254336"/>
            <a:chExt cx="3760559" cy="22789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FF5FA10-C682-4737-16FD-FE010DA2F6B5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43B530DE-00A7-CEAE-4C95-9843BF3CFC1F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11" name="직사각형 10">
                <a:extLst>
                  <a:ext uri="{FF2B5EF4-FFF2-40B4-BE49-F238E27FC236}">
                    <a16:creationId xmlns:a16="http://schemas.microsoft.com/office/drawing/2014/main" id="{1CCE7314-2D69-4514-5219-5A85CAFD461D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2" name="그림 11">
                <a:extLst>
                  <a:ext uri="{FF2B5EF4-FFF2-40B4-BE49-F238E27FC236}">
                    <a16:creationId xmlns:a16="http://schemas.microsoft.com/office/drawing/2014/main" id="{6BC8E6A5-414C-973C-EC4F-FA910C0776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B83D1B1-0984-E8F3-E737-664223DCE9AA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8F8D0527-26BA-A328-269C-857F279BED1A}"/>
              </a:ext>
            </a:extLst>
          </p:cNvPr>
          <p:cNvSpPr txBox="1"/>
          <p:nvPr/>
        </p:nvSpPr>
        <p:spPr>
          <a:xfrm>
            <a:off x="3499156" y="4811231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B07FA9F-15CC-51B3-FB80-5FE41EFF5A0D}"/>
              </a:ext>
            </a:extLst>
          </p:cNvPr>
          <p:cNvGrpSpPr/>
          <p:nvPr/>
        </p:nvGrpSpPr>
        <p:grpSpPr>
          <a:xfrm>
            <a:off x="5492257" y="4802683"/>
            <a:ext cx="1034798" cy="215444"/>
            <a:chOff x="3840505" y="3503775"/>
            <a:chExt cx="1034798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CC5CCB25-B11E-14E8-CB58-7F6F1FBCF13E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DF7A9171-7C6E-D0B9-9F98-C298A6648A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8B645E5-3EF1-6CFF-6CF9-177FC327838F}"/>
              </a:ext>
            </a:extLst>
          </p:cNvPr>
          <p:cNvSpPr/>
          <p:nvPr/>
        </p:nvSpPr>
        <p:spPr>
          <a:xfrm>
            <a:off x="2766496" y="4790232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1EB4C68-E927-3712-76C7-CCE116B7534C}"/>
              </a:ext>
            </a:extLst>
          </p:cNvPr>
          <p:cNvSpPr txBox="1"/>
          <p:nvPr/>
        </p:nvSpPr>
        <p:spPr>
          <a:xfrm>
            <a:off x="3499156" y="5080484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DCA385F9-4D4C-6B31-BD23-8F51216063B4}"/>
              </a:ext>
            </a:extLst>
          </p:cNvPr>
          <p:cNvGrpSpPr/>
          <p:nvPr/>
        </p:nvGrpSpPr>
        <p:grpSpPr>
          <a:xfrm>
            <a:off x="5492257" y="5071936"/>
            <a:ext cx="1034798" cy="215444"/>
            <a:chOff x="3840505" y="3503775"/>
            <a:chExt cx="1034798" cy="215444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2163B857-127E-D67F-99B4-B03CD37AFF88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24" name="그림 23">
              <a:extLst>
                <a:ext uri="{FF2B5EF4-FFF2-40B4-BE49-F238E27FC236}">
                  <a16:creationId xmlns:a16="http://schemas.microsoft.com/office/drawing/2014/main" id="{0ACC9F2B-703A-CA4F-0540-4CB80D56211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4DA347-E7BD-F428-3A2F-8D2F0A6997ED}"/>
              </a:ext>
            </a:extLst>
          </p:cNvPr>
          <p:cNvSpPr/>
          <p:nvPr/>
        </p:nvSpPr>
        <p:spPr>
          <a:xfrm>
            <a:off x="2766496" y="5059485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5F74530-07BD-3E35-CA11-1BE9AEF63098}"/>
              </a:ext>
            </a:extLst>
          </p:cNvPr>
          <p:cNvSpPr txBox="1"/>
          <p:nvPr/>
        </p:nvSpPr>
        <p:spPr>
          <a:xfrm>
            <a:off x="3499156" y="5347022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58538F7C-E279-AF61-9442-4799716B3963}"/>
              </a:ext>
            </a:extLst>
          </p:cNvPr>
          <p:cNvGrpSpPr/>
          <p:nvPr/>
        </p:nvGrpSpPr>
        <p:grpSpPr>
          <a:xfrm>
            <a:off x="5492257" y="5338474"/>
            <a:ext cx="1034798" cy="215444"/>
            <a:chOff x="3840505" y="3503775"/>
            <a:chExt cx="1034798" cy="215444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49BA36A-05B0-43F4-0BB3-9CBD388728CF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D3675A2C-8B87-89F4-DACA-3526F4F91F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2D958D7-85E0-881D-47AA-7C7D0EF0B740}"/>
              </a:ext>
            </a:extLst>
          </p:cNvPr>
          <p:cNvSpPr/>
          <p:nvPr/>
        </p:nvSpPr>
        <p:spPr>
          <a:xfrm>
            <a:off x="2766496" y="5326023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56A85782-0B91-3556-9957-AC4380F01565}"/>
              </a:ext>
            </a:extLst>
          </p:cNvPr>
          <p:cNvGrpSpPr/>
          <p:nvPr/>
        </p:nvGrpSpPr>
        <p:grpSpPr>
          <a:xfrm rot="5400000" flipH="1">
            <a:off x="2344903" y="4257973"/>
            <a:ext cx="230832" cy="251992"/>
            <a:chOff x="4437623" y="2066810"/>
            <a:chExt cx="230832" cy="251992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0E7EB687-C014-DCCC-25B0-8E3F6F57D02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0DEB716D-A7DF-7FB8-9799-7BED3F68BA0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93D992AA-47E5-7DC3-CAAC-C48BB1A19F01}"/>
              </a:ext>
            </a:extLst>
          </p:cNvPr>
          <p:cNvGrpSpPr/>
          <p:nvPr/>
        </p:nvGrpSpPr>
        <p:grpSpPr>
          <a:xfrm rot="5400000" flipH="1">
            <a:off x="2344905" y="4502926"/>
            <a:ext cx="230832" cy="314510"/>
            <a:chOff x="4437624" y="2035550"/>
            <a:chExt cx="230832" cy="314510"/>
          </a:xfrm>
        </p:grpSpPr>
        <p:sp>
          <p:nvSpPr>
            <p:cNvPr id="62" name="눈물 방울 61">
              <a:extLst>
                <a:ext uri="{FF2B5EF4-FFF2-40B4-BE49-F238E27FC236}">
                  <a16:creationId xmlns:a16="http://schemas.microsoft.com/office/drawing/2014/main" id="{A3DD1D98-6289-4D6A-F6DD-24A2AEAB01C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9889E5B0-3672-642B-E749-525A6E018592}"/>
                </a:ext>
              </a:extLst>
            </p:cNvPr>
            <p:cNvSpPr/>
            <p:nvPr/>
          </p:nvSpPr>
          <p:spPr>
            <a:xfrm rot="5400000">
              <a:off x="4395785" y="2077389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1146F8A1-E8F4-A892-1099-4044B72A3E39}"/>
              </a:ext>
            </a:extLst>
          </p:cNvPr>
          <p:cNvGrpSpPr/>
          <p:nvPr/>
        </p:nvGrpSpPr>
        <p:grpSpPr>
          <a:xfrm rot="5400000" flipH="1">
            <a:off x="66563" y="3000252"/>
            <a:ext cx="230832" cy="251992"/>
            <a:chOff x="4437623" y="2066810"/>
            <a:chExt cx="230832" cy="251992"/>
          </a:xfrm>
        </p:grpSpPr>
        <p:sp>
          <p:nvSpPr>
            <p:cNvPr id="52" name="눈물 방울 51">
              <a:extLst>
                <a:ext uri="{FF2B5EF4-FFF2-40B4-BE49-F238E27FC236}">
                  <a16:creationId xmlns:a16="http://schemas.microsoft.com/office/drawing/2014/main" id="{53B5D5FA-6C98-AD29-6950-F89C862686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A4F392DB-AE12-5BCF-A6F7-F6A56518178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907F416E-3131-36C8-77D7-C3D59FF9585C}"/>
              </a:ext>
            </a:extLst>
          </p:cNvPr>
          <p:cNvGrpSpPr/>
          <p:nvPr/>
        </p:nvGrpSpPr>
        <p:grpSpPr>
          <a:xfrm rot="5400000" flipH="1">
            <a:off x="5018210" y="2912686"/>
            <a:ext cx="230832" cy="314510"/>
            <a:chOff x="4437623" y="2035551"/>
            <a:chExt cx="230832" cy="314510"/>
          </a:xfrm>
        </p:grpSpPr>
        <p:sp>
          <p:nvSpPr>
            <p:cNvPr id="64" name="눈물 방울 63">
              <a:extLst>
                <a:ext uri="{FF2B5EF4-FFF2-40B4-BE49-F238E27FC236}">
                  <a16:creationId xmlns:a16="http://schemas.microsoft.com/office/drawing/2014/main" id="{A9779616-8F3C-CC95-0602-FF5222760F1F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3D5C93C8-0613-A127-2A1B-88D45ABC1909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0330F330-6B11-5141-91DA-B347C619B5E1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912420B-CE73-96F5-D9BD-F909867E2CC6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8F417C3-CF70-FA8B-5828-325C68D48E08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444373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93843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93843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786101"/>
              </p:ext>
            </p:extLst>
          </p:nvPr>
        </p:nvGraphicFramePr>
        <p:xfrm>
          <a:off x="307975" y="1059281"/>
          <a:ext cx="7092951" cy="4785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1053737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3760743">
                  <a:extLst>
                    <a:ext uri="{9D8B030D-6E8A-4147-A177-3AD203B41FA5}">
                      <a16:colId xmlns:a16="http://schemas.microsoft.com/office/drawing/2014/main" val="1045844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58813427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문제를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읽고 그림이나 글 선택하기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루카와 아빠가 함께 좋아하는 것은 무엇인가요</a:t>
                      </a:r>
                      <a:r>
                        <a:rPr lang="en-US" altLang="ko-KR" sz="900"/>
                        <a:t>? </a:t>
                      </a:r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문항 유형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그림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en-US" altLang="ko-KR" sz="900" u="sng"/>
                        <a:t>q1.jpg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3704566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en-US" altLang="ko-KR" sz="900" u="sng"/>
                        <a:t>q2.jpg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en-US" altLang="ko-KR" sz="900" u="sng"/>
                        <a:t>q3.jpg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en-US" altLang="ko-KR" sz="900" u="sng"/>
                        <a:t>q4.jpg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r>
                        <a:rPr lang="ko-KR" altLang="en-US" sz="900"/>
                        <a:t>번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</a:tbl>
          </a:graphicData>
        </a:graphic>
      </p:graphicFrame>
      <p:sp>
        <p:nvSpPr>
          <p:cNvPr id="66" name="직사각형 65">
            <a:extLst>
              <a:ext uri="{FF2B5EF4-FFF2-40B4-BE49-F238E27FC236}">
                <a16:creationId xmlns:a16="http://schemas.microsoft.com/office/drawing/2014/main" id="{E35ED81E-D164-79D0-C214-64E4443B2ACE}"/>
              </a:ext>
            </a:extLst>
          </p:cNvPr>
          <p:cNvSpPr/>
          <p:nvPr/>
        </p:nvSpPr>
        <p:spPr>
          <a:xfrm>
            <a:off x="307975" y="593843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7" name="Group 134">
            <a:extLst>
              <a:ext uri="{FF2B5EF4-FFF2-40B4-BE49-F238E27FC236}">
                <a16:creationId xmlns:a16="http://schemas.microsoft.com/office/drawing/2014/main" id="{F6D9A088-A15D-6336-08B9-F249D1EB81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68" name="그룹 67">
            <a:extLst>
              <a:ext uri="{FF2B5EF4-FFF2-40B4-BE49-F238E27FC236}">
                <a16:creationId xmlns:a16="http://schemas.microsoft.com/office/drawing/2014/main" id="{FEFC2EA2-DFA3-E3AB-89E8-4D10B20D3F91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69" name="눈물 방울 68">
              <a:extLst>
                <a:ext uri="{FF2B5EF4-FFF2-40B4-BE49-F238E27FC236}">
                  <a16:creationId xmlns:a16="http://schemas.microsoft.com/office/drawing/2014/main" id="{63F5A156-1F3A-288E-7071-9AF42DD6B2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E1C3AFDB-F3E5-8BDC-8EFB-9919AD3FF2A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5A99C290-BC00-0102-FC8C-CBD9EE29899E}"/>
              </a:ext>
            </a:extLst>
          </p:cNvPr>
          <p:cNvGrpSpPr/>
          <p:nvPr/>
        </p:nvGrpSpPr>
        <p:grpSpPr>
          <a:xfrm rot="5400000" flipH="1">
            <a:off x="66563" y="5925202"/>
            <a:ext cx="230832" cy="251992"/>
            <a:chOff x="4437623" y="2066810"/>
            <a:chExt cx="230832" cy="251992"/>
          </a:xfrm>
        </p:grpSpPr>
        <p:sp>
          <p:nvSpPr>
            <p:cNvPr id="81" name="눈물 방울 80">
              <a:extLst>
                <a:ext uri="{FF2B5EF4-FFF2-40B4-BE49-F238E27FC236}">
                  <a16:creationId xmlns:a16="http://schemas.microsoft.com/office/drawing/2014/main" id="{4A5BDD30-E14D-71F1-0AD2-1C4A81080DB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8813D877-60F1-7F62-2891-B99F2792F72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674F24DB-88DB-8C72-8D7C-9CC7D7367051}"/>
              </a:ext>
            </a:extLst>
          </p:cNvPr>
          <p:cNvGrpSpPr/>
          <p:nvPr/>
        </p:nvGrpSpPr>
        <p:grpSpPr>
          <a:xfrm rot="5400000" flipH="1">
            <a:off x="5496661" y="5950949"/>
            <a:ext cx="230832" cy="251992"/>
            <a:chOff x="4437623" y="2066810"/>
            <a:chExt cx="230832" cy="251992"/>
          </a:xfrm>
        </p:grpSpPr>
        <p:sp>
          <p:nvSpPr>
            <p:cNvPr id="84" name="눈물 방울 83">
              <a:extLst>
                <a:ext uri="{FF2B5EF4-FFF2-40B4-BE49-F238E27FC236}">
                  <a16:creationId xmlns:a16="http://schemas.microsoft.com/office/drawing/2014/main" id="{F9F7324C-8CF6-D3FC-A6FB-7A45CD4CC43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46EBBABB-4496-E24F-8EDC-C2DE12FAD8E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6F32062A-F9C2-4DF3-0154-B58F490965A4}"/>
              </a:ext>
            </a:extLst>
          </p:cNvPr>
          <p:cNvGrpSpPr/>
          <p:nvPr/>
        </p:nvGrpSpPr>
        <p:grpSpPr>
          <a:xfrm rot="5400000" flipH="1">
            <a:off x="6907905" y="6253695"/>
            <a:ext cx="230832" cy="251992"/>
            <a:chOff x="4437623" y="2066810"/>
            <a:chExt cx="230832" cy="251992"/>
          </a:xfrm>
        </p:grpSpPr>
        <p:sp>
          <p:nvSpPr>
            <p:cNvPr id="87" name="눈물 방울 86">
              <a:extLst>
                <a:ext uri="{FF2B5EF4-FFF2-40B4-BE49-F238E27FC236}">
                  <a16:creationId xmlns:a16="http://schemas.microsoft.com/office/drawing/2014/main" id="{6F262CEA-31B3-8271-3AC3-602DD7FA2894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05A8B8D-0A51-D32E-369B-4F0C074DA44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5801D3C9-E482-D264-2A53-2A82E8828BE3}"/>
              </a:ext>
            </a:extLst>
          </p:cNvPr>
          <p:cNvGrpSpPr/>
          <p:nvPr/>
        </p:nvGrpSpPr>
        <p:grpSpPr>
          <a:xfrm rot="5400000">
            <a:off x="577721" y="6204222"/>
            <a:ext cx="230832" cy="333746"/>
            <a:chOff x="6369090" y="6065244"/>
            <a:chExt cx="230832" cy="333746"/>
          </a:xfrm>
        </p:grpSpPr>
        <p:sp>
          <p:nvSpPr>
            <p:cNvPr id="90" name="눈물 방울 89">
              <a:extLst>
                <a:ext uri="{FF2B5EF4-FFF2-40B4-BE49-F238E27FC236}">
                  <a16:creationId xmlns:a16="http://schemas.microsoft.com/office/drawing/2014/main" id="{3D9417F0-22E0-E60D-B34C-8CABB5DB8B1C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47278F9-F3C9-9F7C-1D81-DBEFAC7965DE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78500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66982"/>
              </p:ext>
            </p:extLst>
          </p:nvPr>
        </p:nvGraphicFramePr>
        <p:xfrm>
          <a:off x="7562672" y="283032"/>
          <a:ext cx="2307098" cy="3356070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선긋기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각 문항을 이미지로 등록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문항의 순번과 정답의 순번이 연결되도록 구현 필요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문항에 대한 정답을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문항의 순번과 정답의 순번이 동일하도록 구현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501167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3400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396332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647592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647592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228890"/>
              </p:ext>
            </p:extLst>
          </p:nvPr>
        </p:nvGraphicFramePr>
        <p:xfrm>
          <a:off x="315532" y="1059281"/>
          <a:ext cx="7092951" cy="53255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38271447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  <a:tr h="2025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01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601748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47785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8A9A713-0FF7-0AE3-2ABD-3F86E5EFFB8C}"/>
              </a:ext>
            </a:extLst>
          </p:cNvPr>
          <p:cNvGrpSpPr/>
          <p:nvPr/>
        </p:nvGrpSpPr>
        <p:grpSpPr>
          <a:xfrm>
            <a:off x="3297854" y="2682036"/>
            <a:ext cx="1879419" cy="182240"/>
            <a:chOff x="5720375" y="2134256"/>
            <a:chExt cx="1879419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32132BD3-9713-DB98-7FF0-3626EEA1D05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선 긋기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FBB48F2-B67E-79A9-8D8C-DBB20C8B89F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81045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 긋기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5274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74210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A9ED73B-8A49-54E9-BAE3-ADA35F28AAAD}"/>
              </a:ext>
            </a:extLst>
          </p:cNvPr>
          <p:cNvSpPr/>
          <p:nvPr/>
        </p:nvSpPr>
        <p:spPr>
          <a:xfrm>
            <a:off x="2638698" y="372813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F4337C2-4B14-6D2E-2FA9-A12B8A22A948}"/>
              </a:ext>
            </a:extLst>
          </p:cNvPr>
          <p:cNvSpPr txBox="1"/>
          <p:nvPr/>
        </p:nvSpPr>
        <p:spPr>
          <a:xfrm>
            <a:off x="3371358" y="4015127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785460-4DCC-FA9C-1FF9-84A90DE549F1}"/>
              </a:ext>
            </a:extLst>
          </p:cNvPr>
          <p:cNvSpPr/>
          <p:nvPr/>
        </p:nvSpPr>
        <p:spPr>
          <a:xfrm>
            <a:off x="2638698" y="3994128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CFB4978-306C-A8BC-3839-4E014A19EE61}"/>
              </a:ext>
            </a:extLst>
          </p:cNvPr>
          <p:cNvSpPr txBox="1"/>
          <p:nvPr/>
        </p:nvSpPr>
        <p:spPr>
          <a:xfrm>
            <a:off x="3371358" y="3735312"/>
            <a:ext cx="1762268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mp3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FF5FA10-C682-4737-16FD-FE010DA2F6B5}"/>
              </a:ext>
            </a:extLst>
          </p:cNvPr>
          <p:cNvSpPr txBox="1"/>
          <p:nvPr/>
        </p:nvSpPr>
        <p:spPr>
          <a:xfrm>
            <a:off x="3499156" y="4281124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3B530DE-00A7-CEAE-4C95-9843BF3CFC1F}"/>
              </a:ext>
            </a:extLst>
          </p:cNvPr>
          <p:cNvGrpSpPr/>
          <p:nvPr/>
        </p:nvGrpSpPr>
        <p:grpSpPr>
          <a:xfrm>
            <a:off x="5492257" y="4272576"/>
            <a:ext cx="1034798" cy="215444"/>
            <a:chOff x="3840505" y="3503775"/>
            <a:chExt cx="1034798" cy="215444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1CCE7314-2D69-4514-5219-5A85CAFD461D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12" name="그림 11">
              <a:extLst>
                <a:ext uri="{FF2B5EF4-FFF2-40B4-BE49-F238E27FC236}">
                  <a16:creationId xmlns:a16="http://schemas.microsoft.com/office/drawing/2014/main" id="{6BC8E6A5-414C-973C-EC4F-FA910C0776F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B83D1B1-0984-E8F3-E737-664223DCE9AA}"/>
              </a:ext>
            </a:extLst>
          </p:cNvPr>
          <p:cNvSpPr/>
          <p:nvPr/>
        </p:nvSpPr>
        <p:spPr>
          <a:xfrm>
            <a:off x="2766496" y="4260125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F8D0527-26BA-A328-269C-857F279BED1A}"/>
              </a:ext>
            </a:extLst>
          </p:cNvPr>
          <p:cNvSpPr txBox="1"/>
          <p:nvPr/>
        </p:nvSpPr>
        <p:spPr>
          <a:xfrm>
            <a:off x="3499156" y="4547590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B07FA9F-15CC-51B3-FB80-5FE41EFF5A0D}"/>
              </a:ext>
            </a:extLst>
          </p:cNvPr>
          <p:cNvGrpSpPr/>
          <p:nvPr/>
        </p:nvGrpSpPr>
        <p:grpSpPr>
          <a:xfrm>
            <a:off x="5492257" y="4539042"/>
            <a:ext cx="1034798" cy="215444"/>
            <a:chOff x="3840505" y="3503775"/>
            <a:chExt cx="1034798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CC5CCB25-B11E-14E8-CB58-7F6F1FBCF13E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DF7A9171-7C6E-D0B9-9F98-C298A6648A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8B645E5-3EF1-6CFF-6CF9-177FC327838F}"/>
              </a:ext>
            </a:extLst>
          </p:cNvPr>
          <p:cNvSpPr/>
          <p:nvPr/>
        </p:nvSpPr>
        <p:spPr>
          <a:xfrm>
            <a:off x="2766496" y="452659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1EB4C68-E927-3712-76C7-CCE116B7534C}"/>
              </a:ext>
            </a:extLst>
          </p:cNvPr>
          <p:cNvSpPr txBox="1"/>
          <p:nvPr/>
        </p:nvSpPr>
        <p:spPr>
          <a:xfrm>
            <a:off x="3499156" y="4816843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DCA385F9-4D4C-6B31-BD23-8F51216063B4}"/>
              </a:ext>
            </a:extLst>
          </p:cNvPr>
          <p:cNvGrpSpPr/>
          <p:nvPr/>
        </p:nvGrpSpPr>
        <p:grpSpPr>
          <a:xfrm>
            <a:off x="5492257" y="4808295"/>
            <a:ext cx="1034798" cy="215444"/>
            <a:chOff x="3840505" y="3503775"/>
            <a:chExt cx="1034798" cy="215444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2163B857-127E-D67F-99B4-B03CD37AFF88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24" name="그림 23">
              <a:extLst>
                <a:ext uri="{FF2B5EF4-FFF2-40B4-BE49-F238E27FC236}">
                  <a16:creationId xmlns:a16="http://schemas.microsoft.com/office/drawing/2014/main" id="{0ACC9F2B-703A-CA4F-0540-4CB80D56211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4DA347-E7BD-F428-3A2F-8D2F0A6997ED}"/>
              </a:ext>
            </a:extLst>
          </p:cNvPr>
          <p:cNvSpPr/>
          <p:nvPr/>
        </p:nvSpPr>
        <p:spPr>
          <a:xfrm>
            <a:off x="2766496" y="479584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5F74530-07BD-3E35-CA11-1BE9AEF63098}"/>
              </a:ext>
            </a:extLst>
          </p:cNvPr>
          <p:cNvSpPr txBox="1"/>
          <p:nvPr/>
        </p:nvSpPr>
        <p:spPr>
          <a:xfrm>
            <a:off x="3499156" y="5083381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58538F7C-E279-AF61-9442-4799716B3963}"/>
              </a:ext>
            </a:extLst>
          </p:cNvPr>
          <p:cNvGrpSpPr/>
          <p:nvPr/>
        </p:nvGrpSpPr>
        <p:grpSpPr>
          <a:xfrm>
            <a:off x="5492257" y="5074833"/>
            <a:ext cx="1034798" cy="215444"/>
            <a:chOff x="3840505" y="3503775"/>
            <a:chExt cx="1034798" cy="215444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49BA36A-05B0-43F4-0BB3-9CBD388728CF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D3675A2C-8B87-89F4-DACA-3526F4F91F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2D958D7-85E0-881D-47AA-7C7D0EF0B740}"/>
              </a:ext>
            </a:extLst>
          </p:cNvPr>
          <p:cNvSpPr/>
          <p:nvPr/>
        </p:nvSpPr>
        <p:spPr>
          <a:xfrm>
            <a:off x="2766496" y="5062382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B1A9495-FC1A-6823-F495-EF1E667B81FA}"/>
              </a:ext>
            </a:extLst>
          </p:cNvPr>
          <p:cNvSpPr txBox="1"/>
          <p:nvPr/>
        </p:nvSpPr>
        <p:spPr>
          <a:xfrm>
            <a:off x="3499156" y="5362370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EACC0BCB-3548-9662-861C-CAF56192E94E}"/>
              </a:ext>
            </a:extLst>
          </p:cNvPr>
          <p:cNvGrpSpPr/>
          <p:nvPr/>
        </p:nvGrpSpPr>
        <p:grpSpPr>
          <a:xfrm>
            <a:off x="5492257" y="5353822"/>
            <a:ext cx="1034798" cy="215444"/>
            <a:chOff x="3840505" y="3503775"/>
            <a:chExt cx="1034798" cy="215444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EC5ECFA5-044C-E041-DC51-1E0CE3C74AC7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55" name="그림 54">
              <a:extLst>
                <a:ext uri="{FF2B5EF4-FFF2-40B4-BE49-F238E27FC236}">
                  <a16:creationId xmlns:a16="http://schemas.microsoft.com/office/drawing/2014/main" id="{31AC073F-11ED-1708-D337-4F459911CD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5458A46-6826-F3FC-9330-CDCBAD28A639}"/>
              </a:ext>
            </a:extLst>
          </p:cNvPr>
          <p:cNvSpPr/>
          <p:nvPr/>
        </p:nvSpPr>
        <p:spPr>
          <a:xfrm>
            <a:off x="2766496" y="534137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F48CA08-C32B-3B73-B2AE-266229BFDBBE}"/>
              </a:ext>
            </a:extLst>
          </p:cNvPr>
          <p:cNvSpPr txBox="1"/>
          <p:nvPr/>
        </p:nvSpPr>
        <p:spPr>
          <a:xfrm>
            <a:off x="3499156" y="5628836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7152EF54-AA98-DA61-6325-87E26214C6BE}"/>
              </a:ext>
            </a:extLst>
          </p:cNvPr>
          <p:cNvGrpSpPr/>
          <p:nvPr/>
        </p:nvGrpSpPr>
        <p:grpSpPr>
          <a:xfrm>
            <a:off x="5492257" y="5620288"/>
            <a:ext cx="1034798" cy="215444"/>
            <a:chOff x="3840505" y="3503775"/>
            <a:chExt cx="1034798" cy="215444"/>
          </a:xfrm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B92B89BB-91CB-BDB3-54C7-9D5DBC698C0A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62" name="그림 61">
              <a:extLst>
                <a:ext uri="{FF2B5EF4-FFF2-40B4-BE49-F238E27FC236}">
                  <a16:creationId xmlns:a16="http://schemas.microsoft.com/office/drawing/2014/main" id="{8958CBB4-1097-D3B7-0315-4073D525078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D50CCA6-5038-B52A-B148-22D844CE7B5B}"/>
              </a:ext>
            </a:extLst>
          </p:cNvPr>
          <p:cNvSpPr/>
          <p:nvPr/>
        </p:nvSpPr>
        <p:spPr>
          <a:xfrm>
            <a:off x="2766496" y="5607837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DF67A29-959D-29D8-2109-507103876885}"/>
              </a:ext>
            </a:extLst>
          </p:cNvPr>
          <p:cNvSpPr txBox="1"/>
          <p:nvPr/>
        </p:nvSpPr>
        <p:spPr>
          <a:xfrm>
            <a:off x="3499156" y="5898089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CA8354B1-5B65-F8CD-A8DC-FFADE36F1D61}"/>
              </a:ext>
            </a:extLst>
          </p:cNvPr>
          <p:cNvGrpSpPr/>
          <p:nvPr/>
        </p:nvGrpSpPr>
        <p:grpSpPr>
          <a:xfrm>
            <a:off x="5492257" y="5889541"/>
            <a:ext cx="1034798" cy="215444"/>
            <a:chOff x="3840505" y="3503775"/>
            <a:chExt cx="1034798" cy="215444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25F9F67-B9C9-49AC-B068-D11D42C7F08E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67" name="그림 66">
              <a:extLst>
                <a:ext uri="{FF2B5EF4-FFF2-40B4-BE49-F238E27FC236}">
                  <a16:creationId xmlns:a16="http://schemas.microsoft.com/office/drawing/2014/main" id="{A819302E-CA10-A3DE-F162-94B4D948D7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900B5A0-CB71-87A7-0C19-C980682E992D}"/>
              </a:ext>
            </a:extLst>
          </p:cNvPr>
          <p:cNvSpPr/>
          <p:nvPr/>
        </p:nvSpPr>
        <p:spPr>
          <a:xfrm>
            <a:off x="2766496" y="587709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9E0558A-87C7-6F38-757A-F7EB2B083600}"/>
              </a:ext>
            </a:extLst>
          </p:cNvPr>
          <p:cNvSpPr txBox="1"/>
          <p:nvPr/>
        </p:nvSpPr>
        <p:spPr>
          <a:xfrm>
            <a:off x="3499156" y="6164627"/>
            <a:ext cx="1993101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※ JPG, PNG </a:t>
            </a:r>
            <a:r>
              <a:rPr lang="ko-KR" altLang="en-US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파일로만 등록이 가능합니다</a:t>
            </a:r>
            <a:r>
              <a:rPr lang="en-US" altLang="ko-KR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D7306C98-678B-A0D8-1F1E-95487B699BDA}"/>
              </a:ext>
            </a:extLst>
          </p:cNvPr>
          <p:cNvGrpSpPr/>
          <p:nvPr/>
        </p:nvGrpSpPr>
        <p:grpSpPr>
          <a:xfrm>
            <a:off x="5492257" y="6156079"/>
            <a:ext cx="1034798" cy="215444"/>
            <a:chOff x="3840505" y="3503775"/>
            <a:chExt cx="1034798" cy="215444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B071AD60-F7CD-E67F-C848-09A66002AD31}"/>
                </a:ext>
              </a:extLst>
            </p:cNvPr>
            <p:cNvSpPr/>
            <p:nvPr/>
          </p:nvSpPr>
          <p:spPr>
            <a:xfrm>
              <a:off x="3840505" y="3503775"/>
              <a:ext cx="82266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파일명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.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+mn-cs"/>
                </a:rPr>
                <a:t>확장자</a:t>
              </a:r>
            </a:p>
          </p:txBody>
        </p:sp>
        <p:pic>
          <p:nvPicPr>
            <p:cNvPr id="79" name="그림 78">
              <a:extLst>
                <a:ext uri="{FF2B5EF4-FFF2-40B4-BE49-F238E27FC236}">
                  <a16:creationId xmlns:a16="http://schemas.microsoft.com/office/drawing/2014/main" id="{A4B2BB1E-CDE0-A5C3-98DA-11723A86B9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9497" y="3546288"/>
              <a:ext cx="145806" cy="145806"/>
            </a:xfrm>
            <a:prstGeom prst="rect">
              <a:avLst/>
            </a:prstGeom>
          </p:spPr>
        </p:pic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1A7814FD-2853-5FAC-1500-BD145D4D964B}"/>
              </a:ext>
            </a:extLst>
          </p:cNvPr>
          <p:cNvSpPr/>
          <p:nvPr/>
        </p:nvSpPr>
        <p:spPr>
          <a:xfrm>
            <a:off x="2766496" y="6143628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파일 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F414C36-2D99-1E0F-7C29-12908682AFF3}"/>
              </a:ext>
            </a:extLst>
          </p:cNvPr>
          <p:cNvGrpSpPr/>
          <p:nvPr/>
        </p:nvGrpSpPr>
        <p:grpSpPr>
          <a:xfrm rot="5400000" flipH="1">
            <a:off x="66563" y="3003389"/>
            <a:ext cx="230832" cy="251992"/>
            <a:chOff x="4437623" y="2066810"/>
            <a:chExt cx="230832" cy="251992"/>
          </a:xfrm>
        </p:grpSpPr>
        <p:sp>
          <p:nvSpPr>
            <p:cNvPr id="5" name="눈물 방울 4">
              <a:extLst>
                <a:ext uri="{FF2B5EF4-FFF2-40B4-BE49-F238E27FC236}">
                  <a16:creationId xmlns:a16="http://schemas.microsoft.com/office/drawing/2014/main" id="{D44487F6-78BB-9A49-5B43-7C4EC2D869B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C5E475-EFF2-BBA9-A1C5-DFBE31D51AA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E86246BC-EDC8-CFBC-F1AC-6ECDDDB4CBFE}"/>
              </a:ext>
            </a:extLst>
          </p:cNvPr>
          <p:cNvGrpSpPr/>
          <p:nvPr/>
        </p:nvGrpSpPr>
        <p:grpSpPr>
          <a:xfrm rot="5400000" flipH="1">
            <a:off x="3598512" y="2915823"/>
            <a:ext cx="230832" cy="314510"/>
            <a:chOff x="4437623" y="2035551"/>
            <a:chExt cx="230832" cy="314510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7D32773C-618A-098B-C735-6E39C94D6BA1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2972F0D-AA62-5B15-1893-6C48BD546F85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038DF110-2913-2974-71F4-23850EB937FD}"/>
              </a:ext>
            </a:extLst>
          </p:cNvPr>
          <p:cNvGrpSpPr/>
          <p:nvPr/>
        </p:nvGrpSpPr>
        <p:grpSpPr>
          <a:xfrm rot="5400000" flipH="1">
            <a:off x="1041813" y="3717551"/>
            <a:ext cx="230832" cy="251992"/>
            <a:chOff x="4437623" y="2066810"/>
            <a:chExt cx="230832" cy="251992"/>
          </a:xfrm>
        </p:grpSpPr>
        <p:sp>
          <p:nvSpPr>
            <p:cNvPr id="73" name="눈물 방울 72">
              <a:extLst>
                <a:ext uri="{FF2B5EF4-FFF2-40B4-BE49-F238E27FC236}">
                  <a16:creationId xmlns:a16="http://schemas.microsoft.com/office/drawing/2014/main" id="{2825A4BF-325A-FF38-F707-A46621428DD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9F5EA0C2-1B17-039F-F457-8213C49E9F8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E0A98777-19A6-C60D-8387-830588C78771}"/>
              </a:ext>
            </a:extLst>
          </p:cNvPr>
          <p:cNvGrpSpPr/>
          <p:nvPr/>
        </p:nvGrpSpPr>
        <p:grpSpPr>
          <a:xfrm rot="5400000" flipH="1">
            <a:off x="1041813" y="3987038"/>
            <a:ext cx="230832" cy="251992"/>
            <a:chOff x="4437623" y="2066810"/>
            <a:chExt cx="230832" cy="251992"/>
          </a:xfrm>
        </p:grpSpPr>
        <p:sp>
          <p:nvSpPr>
            <p:cNvPr id="76" name="눈물 방울 75">
              <a:extLst>
                <a:ext uri="{FF2B5EF4-FFF2-40B4-BE49-F238E27FC236}">
                  <a16:creationId xmlns:a16="http://schemas.microsoft.com/office/drawing/2014/main" id="{BEA5B11E-8C5D-A215-E776-9CB98F38C0E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98A95B40-2503-1EB5-75AD-824C8B61035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CF8B771-28D9-163C-6B48-645FE1FE484F}"/>
              </a:ext>
            </a:extLst>
          </p:cNvPr>
          <p:cNvGrpSpPr/>
          <p:nvPr/>
        </p:nvGrpSpPr>
        <p:grpSpPr>
          <a:xfrm rot="5400000" flipH="1">
            <a:off x="1041813" y="4658564"/>
            <a:ext cx="230832" cy="251992"/>
            <a:chOff x="4437623" y="2066810"/>
            <a:chExt cx="230832" cy="251992"/>
          </a:xfrm>
        </p:grpSpPr>
        <p:sp>
          <p:nvSpPr>
            <p:cNvPr id="82" name="눈물 방울 81">
              <a:extLst>
                <a:ext uri="{FF2B5EF4-FFF2-40B4-BE49-F238E27FC236}">
                  <a16:creationId xmlns:a16="http://schemas.microsoft.com/office/drawing/2014/main" id="{7F4FCD5D-1E38-4089-C7A2-E4C493265B8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0B5A4148-D475-7332-E459-943D99C1D17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95240A4A-F6F3-96EC-E3F6-6084A7709F6E}"/>
              </a:ext>
            </a:extLst>
          </p:cNvPr>
          <p:cNvGrpSpPr/>
          <p:nvPr/>
        </p:nvGrpSpPr>
        <p:grpSpPr>
          <a:xfrm rot="5400000" flipH="1">
            <a:off x="1041813" y="5725124"/>
            <a:ext cx="230832" cy="251992"/>
            <a:chOff x="4437623" y="2066810"/>
            <a:chExt cx="230832" cy="251992"/>
          </a:xfrm>
        </p:grpSpPr>
        <p:sp>
          <p:nvSpPr>
            <p:cNvPr id="89" name="눈물 방울 88">
              <a:extLst>
                <a:ext uri="{FF2B5EF4-FFF2-40B4-BE49-F238E27FC236}">
                  <a16:creationId xmlns:a16="http://schemas.microsoft.com/office/drawing/2014/main" id="{11C0FF68-D4E7-F451-DAA2-084ADDDFAEF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95883C71-FA0F-9499-A389-62A5BFCA1ED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F51FCC80-CE65-66AE-BBF2-8735A51A1729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EC694D3-D31F-A3D5-7A1F-D9AD7147A2E8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7801AEB-263F-8400-3D5D-39C33183328F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58309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6450109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6450109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367035"/>
              </p:ext>
            </p:extLst>
          </p:nvPr>
        </p:nvGraphicFramePr>
        <p:xfrm>
          <a:off x="315532" y="1059281"/>
          <a:ext cx="7092951" cy="53255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2632293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 긋기</a:t>
                      </a:r>
                      <a:endParaRPr lang="en-US" altLang="ko-KR" sz="900" b="0" u="none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 긋기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 긋기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같은 그림을 선으로 이어보세요</a:t>
                      </a:r>
                      <a:r>
                        <a:rPr lang="en-US" altLang="ko-KR" sz="900"/>
                        <a:t>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en-US" altLang="ko-KR" sz="900" u="sng"/>
                        <a:t>q1.jpg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en-US" altLang="ko-KR" sz="900" u="sng"/>
                        <a:t>q2.jpg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en-US" altLang="ko-KR" sz="900" u="sng"/>
                        <a:t>q3.jpg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en-US" altLang="ko-KR" sz="900" u="sng"/>
                        <a:t>q4.jpg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en-US" altLang="ko-KR" sz="900" u="sng"/>
                        <a:t>a1.jpg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0503970"/>
                  </a:ext>
                </a:extLst>
              </a:tr>
              <a:tr h="2025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en-US" altLang="ko-KR" sz="900" u="sng"/>
                        <a:t>a2.jpg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01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en-US" altLang="ko-KR" sz="900" u="sng"/>
                        <a:t>a3.jpg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601748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en-US" altLang="ko-KR" sz="900" u="sng"/>
                        <a:t>a4.jpg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47785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8263BB48-2B05-508A-BA6A-8FD46C1A2035}"/>
              </a:ext>
            </a:extLst>
          </p:cNvPr>
          <p:cNvSpPr/>
          <p:nvPr/>
        </p:nvSpPr>
        <p:spPr>
          <a:xfrm>
            <a:off x="307975" y="6450109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5" name="Group 134">
            <a:extLst>
              <a:ext uri="{FF2B5EF4-FFF2-40B4-BE49-F238E27FC236}">
                <a16:creationId xmlns:a16="http://schemas.microsoft.com/office/drawing/2014/main" id="{5B7B1F11-D0EE-39F9-849C-D061005E33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86" name="그룹 85">
            <a:extLst>
              <a:ext uri="{FF2B5EF4-FFF2-40B4-BE49-F238E27FC236}">
                <a16:creationId xmlns:a16="http://schemas.microsoft.com/office/drawing/2014/main" id="{89FB104D-3FF5-1824-3B93-B287578BAC70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87" name="눈물 방울 86">
              <a:extLst>
                <a:ext uri="{FF2B5EF4-FFF2-40B4-BE49-F238E27FC236}">
                  <a16:creationId xmlns:a16="http://schemas.microsoft.com/office/drawing/2014/main" id="{957AE811-0589-88F5-4E67-26F3BA21B89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06F96169-41DD-A40D-42BC-295ED39DFA6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A13FA40F-C00E-EAAD-99E2-D6977646EDAA}"/>
              </a:ext>
            </a:extLst>
          </p:cNvPr>
          <p:cNvGrpSpPr/>
          <p:nvPr/>
        </p:nvGrpSpPr>
        <p:grpSpPr>
          <a:xfrm rot="5400000" flipH="1">
            <a:off x="66563" y="6422111"/>
            <a:ext cx="230832" cy="251992"/>
            <a:chOff x="4437623" y="2066810"/>
            <a:chExt cx="230832" cy="251992"/>
          </a:xfrm>
        </p:grpSpPr>
        <p:sp>
          <p:nvSpPr>
            <p:cNvPr id="93" name="눈물 방울 92">
              <a:extLst>
                <a:ext uri="{FF2B5EF4-FFF2-40B4-BE49-F238E27FC236}">
                  <a16:creationId xmlns:a16="http://schemas.microsoft.com/office/drawing/2014/main" id="{C966F9EA-2116-2CF7-DA0F-013ED86DB75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48E44742-72B0-31A3-AFEE-BD9CA340D0C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5AB52FF2-2430-C28F-BBC7-B15364A80BE6}"/>
              </a:ext>
            </a:extLst>
          </p:cNvPr>
          <p:cNvGrpSpPr/>
          <p:nvPr/>
        </p:nvGrpSpPr>
        <p:grpSpPr>
          <a:xfrm rot="5400000" flipH="1">
            <a:off x="5496661" y="6447858"/>
            <a:ext cx="230832" cy="251992"/>
            <a:chOff x="4437623" y="2066810"/>
            <a:chExt cx="230832" cy="251992"/>
          </a:xfrm>
        </p:grpSpPr>
        <p:sp>
          <p:nvSpPr>
            <p:cNvPr id="96" name="눈물 방울 95">
              <a:extLst>
                <a:ext uri="{FF2B5EF4-FFF2-40B4-BE49-F238E27FC236}">
                  <a16:creationId xmlns:a16="http://schemas.microsoft.com/office/drawing/2014/main" id="{83BAB7EA-ABFF-955E-6521-430E8CFF69B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CBCA8CCB-A84D-ED1F-CEF0-AD344F7A2EB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2CC8FB7B-1568-3B71-5EAB-02EB1C559F0F}"/>
              </a:ext>
            </a:extLst>
          </p:cNvPr>
          <p:cNvGrpSpPr/>
          <p:nvPr/>
        </p:nvGrpSpPr>
        <p:grpSpPr>
          <a:xfrm rot="5400000" flipH="1">
            <a:off x="6907905" y="6750604"/>
            <a:ext cx="230832" cy="251992"/>
            <a:chOff x="4437623" y="2066810"/>
            <a:chExt cx="230832" cy="251992"/>
          </a:xfrm>
        </p:grpSpPr>
        <p:sp>
          <p:nvSpPr>
            <p:cNvPr id="99" name="눈물 방울 98">
              <a:extLst>
                <a:ext uri="{FF2B5EF4-FFF2-40B4-BE49-F238E27FC236}">
                  <a16:creationId xmlns:a16="http://schemas.microsoft.com/office/drawing/2014/main" id="{0C4B9BC2-04D1-9ADB-D7B3-61638D5238D7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CC56DB1-D3C5-4377-E385-D03D4F4A9E3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94D6CB15-E07D-E022-DD79-089A90B5723F}"/>
              </a:ext>
            </a:extLst>
          </p:cNvPr>
          <p:cNvGrpSpPr/>
          <p:nvPr/>
        </p:nvGrpSpPr>
        <p:grpSpPr>
          <a:xfrm rot="5400000">
            <a:off x="577721" y="6701131"/>
            <a:ext cx="230832" cy="333746"/>
            <a:chOff x="6369090" y="6065244"/>
            <a:chExt cx="230832" cy="333746"/>
          </a:xfrm>
        </p:grpSpPr>
        <p:sp>
          <p:nvSpPr>
            <p:cNvPr id="102" name="눈물 방울 101">
              <a:extLst>
                <a:ext uri="{FF2B5EF4-FFF2-40B4-BE49-F238E27FC236}">
                  <a16:creationId xmlns:a16="http://schemas.microsoft.com/office/drawing/2014/main" id="{59FC7BC2-2CB2-A472-1844-51284F1B5E4C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397328-DF30-1E23-CD2A-CE6A63F4A3CB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000129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084022"/>
              </p:ext>
            </p:extLst>
          </p:nvPr>
        </p:nvGraphicFramePr>
        <p:xfrm>
          <a:off x="7562672" y="283032"/>
          <a:ext cx="2307098" cy="329114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선긋기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문항유형이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문장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인 경우 인풋박스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노출하여 문항을 입력할 수 있도록 제공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입력가능한 글자수는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자로 제한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99876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442819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020618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619841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973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973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753822"/>
              </p:ext>
            </p:extLst>
          </p:nvPr>
        </p:nvGraphicFramePr>
        <p:xfrm>
          <a:off x="315532" y="1059281"/>
          <a:ext cx="7092951" cy="4785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14126919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55839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237782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8A9A713-0FF7-0AE3-2ABD-3F86E5EFFB8C}"/>
              </a:ext>
            </a:extLst>
          </p:cNvPr>
          <p:cNvGrpSpPr/>
          <p:nvPr/>
        </p:nvGrpSpPr>
        <p:grpSpPr>
          <a:xfrm>
            <a:off x="3297854" y="2678455"/>
            <a:ext cx="2601296" cy="182240"/>
            <a:chOff x="5720375" y="2134256"/>
            <a:chExt cx="2601296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32132BD3-9713-DB98-7FF0-3626EEA1D05E}"/>
                </a:ext>
              </a:extLst>
            </p:cNvPr>
            <p:cNvSpPr/>
            <p:nvPr/>
          </p:nvSpPr>
          <p:spPr>
            <a:xfrm>
              <a:off x="5720375" y="2134256"/>
              <a:ext cx="2601296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문장의 빈칸에 알맞은 단어를 보기에서 골라 넣기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FBB48F2-B67E-79A9-8D8C-DBB20C8B89FA}"/>
                </a:ext>
              </a:extLst>
            </p:cNvPr>
            <p:cNvSpPr/>
            <p:nvPr/>
          </p:nvSpPr>
          <p:spPr>
            <a:xfrm flipH="1" flipV="1">
              <a:off x="817148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77464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Drag and Drop</a:t>
              </a:r>
              <a:r>
                <a:rPr lang="ko-KR" altLang="en-US" sz="8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1693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70629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C0DA893-955D-C0DD-D2D3-1DDE0B8535E2}"/>
              </a:ext>
            </a:extLst>
          </p:cNvPr>
          <p:cNvGrpSpPr/>
          <p:nvPr/>
        </p:nvGrpSpPr>
        <p:grpSpPr>
          <a:xfrm>
            <a:off x="2638697" y="3702755"/>
            <a:ext cx="3465263" cy="219602"/>
            <a:chOff x="1509100" y="1278824"/>
            <a:chExt cx="3465263" cy="21960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CF6402-1E3E-C273-4108-2AB0FAFBE1F2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2218581-A8B9-9969-116B-2D0821C1DE01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465AF4BE-8602-D487-0BFC-7048B1F48CB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CBDC2CDB-0593-C938-7449-B0FF69A5701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F45E6C70-EB29-CD4C-A180-9152CC3EC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293B5B1-3485-A3EF-4A15-654FF6455A5A}"/>
              </a:ext>
            </a:extLst>
          </p:cNvPr>
          <p:cNvGrpSpPr/>
          <p:nvPr/>
        </p:nvGrpSpPr>
        <p:grpSpPr>
          <a:xfrm>
            <a:off x="2638697" y="3974040"/>
            <a:ext cx="3760559" cy="227895"/>
            <a:chOff x="2766496" y="4254336"/>
            <a:chExt cx="3760559" cy="227895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E87744A-AB8F-AC70-D18E-5BC7FF312E2A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24108B7E-576A-8434-1587-26F2B2BAFE32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91" name="직사각형 90">
                <a:extLst>
                  <a:ext uri="{FF2B5EF4-FFF2-40B4-BE49-F238E27FC236}">
                    <a16:creationId xmlns:a16="http://schemas.microsoft.com/office/drawing/2014/main" id="{A19BED63-2E34-91EC-A8BD-A17BD3E86CB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92" name="그림 91">
                <a:extLst>
                  <a:ext uri="{FF2B5EF4-FFF2-40B4-BE49-F238E27FC236}">
                    <a16:creationId xmlns:a16="http://schemas.microsoft.com/office/drawing/2014/main" id="{023986FA-4493-F8CC-DD1E-6E83E7027B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BB2F779-D44F-BC63-CB6A-23C17CD5719D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AC69D5B-465D-B044-91D6-947F9F27F917}"/>
              </a:ext>
            </a:extLst>
          </p:cNvPr>
          <p:cNvGrpSpPr/>
          <p:nvPr/>
        </p:nvGrpSpPr>
        <p:grpSpPr>
          <a:xfrm>
            <a:off x="2655831" y="5634671"/>
            <a:ext cx="1712464" cy="149845"/>
            <a:chOff x="1504626" y="2963362"/>
            <a:chExt cx="1712464" cy="149845"/>
          </a:xfrm>
        </p:grpSpPr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7C33923A-D140-C611-0A70-7DA8ADAE0B70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D6DEA2FB-9DE2-1B4E-10BD-F535A300FDBE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98" name="타원 97">
                <a:extLst>
                  <a:ext uri="{FF2B5EF4-FFF2-40B4-BE49-F238E27FC236}">
                    <a16:creationId xmlns:a16="http://schemas.microsoft.com/office/drawing/2014/main" id="{EF832E04-EB95-1B3E-6645-B25783661F1D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</a:t>
                </a:r>
                <a:r>
                  <a:rPr lang="ko-KR" altLang="en-US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번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9" name="타원 98">
                <a:extLst>
                  <a:ext uri="{FF2B5EF4-FFF2-40B4-BE49-F238E27FC236}">
                    <a16:creationId xmlns:a16="http://schemas.microsoft.com/office/drawing/2014/main" id="{FC17C53F-2E2D-0C1C-88CD-45C1A9D38C13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76BA2B11-4584-DD6F-824A-E93BECA693EC}"/>
                </a:ext>
              </a:extLst>
            </p:cNvPr>
            <p:cNvSpPr/>
            <p:nvPr/>
          </p:nvSpPr>
          <p:spPr bwMode="auto">
            <a:xfrm>
              <a:off x="2600600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66491E0D-4B2F-FB37-D029-C6E25E21EFE6}"/>
                </a:ext>
              </a:extLst>
            </p:cNvPr>
            <p:cNvSpPr/>
            <p:nvPr/>
          </p:nvSpPr>
          <p:spPr bwMode="auto">
            <a:xfrm>
              <a:off x="3067245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r>
                <a:rPr lang="ko-KR" altLang="en-US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번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694840E-3953-C08B-619D-844531B9E05D}"/>
              </a:ext>
            </a:extLst>
          </p:cNvPr>
          <p:cNvSpPr/>
          <p:nvPr/>
        </p:nvSpPr>
        <p:spPr>
          <a:xfrm>
            <a:off x="2808539" y="4535143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E32B237-FFD7-B6BB-E949-D494F8910C69}"/>
              </a:ext>
            </a:extLst>
          </p:cNvPr>
          <p:cNvSpPr/>
          <p:nvPr/>
        </p:nvSpPr>
        <p:spPr>
          <a:xfrm>
            <a:off x="2808539" y="4801609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27D7D7D-2A51-01C9-E5C8-732F7527BF47}"/>
              </a:ext>
            </a:extLst>
          </p:cNvPr>
          <p:cNvSpPr/>
          <p:nvPr/>
        </p:nvSpPr>
        <p:spPr>
          <a:xfrm>
            <a:off x="2808539" y="5070862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3A047F7-6E98-6817-9F25-3EE576D07706}"/>
              </a:ext>
            </a:extLst>
          </p:cNvPr>
          <p:cNvSpPr/>
          <p:nvPr/>
        </p:nvSpPr>
        <p:spPr>
          <a:xfrm>
            <a:off x="2808539" y="5349492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07274A48-9341-442A-6B69-8FEA0E71605B}"/>
              </a:ext>
            </a:extLst>
          </p:cNvPr>
          <p:cNvGrpSpPr/>
          <p:nvPr/>
        </p:nvGrpSpPr>
        <p:grpSpPr>
          <a:xfrm rot="5400000" flipH="1">
            <a:off x="66563" y="2999808"/>
            <a:ext cx="230832" cy="251992"/>
            <a:chOff x="4437623" y="2066810"/>
            <a:chExt cx="230832" cy="251992"/>
          </a:xfrm>
        </p:grpSpPr>
        <p:sp>
          <p:nvSpPr>
            <p:cNvPr id="105" name="눈물 방울 104">
              <a:extLst>
                <a:ext uri="{FF2B5EF4-FFF2-40B4-BE49-F238E27FC236}">
                  <a16:creationId xmlns:a16="http://schemas.microsoft.com/office/drawing/2014/main" id="{4CEBCCC4-FE08-67EC-99AC-CC3E6035648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23BFBDA0-2C7C-41C3-6698-FF01F0EECFE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564E8238-EB61-44CD-58BD-05A67633C4EE}"/>
              </a:ext>
            </a:extLst>
          </p:cNvPr>
          <p:cNvGrpSpPr/>
          <p:nvPr/>
        </p:nvGrpSpPr>
        <p:grpSpPr>
          <a:xfrm rot="5400000" flipH="1">
            <a:off x="6515998" y="2912242"/>
            <a:ext cx="230832" cy="314510"/>
            <a:chOff x="4437623" y="2035551"/>
            <a:chExt cx="230832" cy="314510"/>
          </a:xfrm>
        </p:grpSpPr>
        <p:sp>
          <p:nvSpPr>
            <p:cNvPr id="108" name="눈물 방울 107">
              <a:extLst>
                <a:ext uri="{FF2B5EF4-FFF2-40B4-BE49-F238E27FC236}">
                  <a16:creationId xmlns:a16="http://schemas.microsoft.com/office/drawing/2014/main" id="{B974AA14-4123-F7C6-1D11-B95BB627A736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BF9E9CC1-DCFE-A3B9-3F7E-F22F94C3A2DD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B829F04-65E1-9A23-A4B1-C3642BDD8715}"/>
              </a:ext>
            </a:extLst>
          </p:cNvPr>
          <p:cNvGrpSpPr/>
          <p:nvPr/>
        </p:nvGrpSpPr>
        <p:grpSpPr>
          <a:xfrm rot="5400000" flipH="1">
            <a:off x="1081396" y="3687406"/>
            <a:ext cx="230832" cy="251992"/>
            <a:chOff x="4437623" y="2066810"/>
            <a:chExt cx="230832" cy="251992"/>
          </a:xfrm>
        </p:grpSpPr>
        <p:sp>
          <p:nvSpPr>
            <p:cNvPr id="111" name="눈물 방울 110">
              <a:extLst>
                <a:ext uri="{FF2B5EF4-FFF2-40B4-BE49-F238E27FC236}">
                  <a16:creationId xmlns:a16="http://schemas.microsoft.com/office/drawing/2014/main" id="{3FA96E63-1DF5-592A-9423-B0FA0E1C258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1C93914E-231E-F585-09AA-7EB54DF38FE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9811D836-D389-D9DD-A483-0885B105832C}"/>
              </a:ext>
            </a:extLst>
          </p:cNvPr>
          <p:cNvGrpSpPr/>
          <p:nvPr/>
        </p:nvGrpSpPr>
        <p:grpSpPr>
          <a:xfrm rot="5400000" flipH="1">
            <a:off x="1081396" y="3933398"/>
            <a:ext cx="230832" cy="251992"/>
            <a:chOff x="4437623" y="2066810"/>
            <a:chExt cx="230832" cy="251992"/>
          </a:xfrm>
        </p:grpSpPr>
        <p:sp>
          <p:nvSpPr>
            <p:cNvPr id="114" name="눈물 방울 113">
              <a:extLst>
                <a:ext uri="{FF2B5EF4-FFF2-40B4-BE49-F238E27FC236}">
                  <a16:creationId xmlns:a16="http://schemas.microsoft.com/office/drawing/2014/main" id="{9F5C61F8-A3E7-63E7-54E5-AC0BC9D581E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EA822FEC-A79B-335E-1DD5-A37B83D903B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9841A407-33B1-CD53-8D3C-93809CA02933}"/>
              </a:ext>
            </a:extLst>
          </p:cNvPr>
          <p:cNvGrpSpPr/>
          <p:nvPr/>
        </p:nvGrpSpPr>
        <p:grpSpPr>
          <a:xfrm rot="5400000" flipH="1">
            <a:off x="1081396" y="4614645"/>
            <a:ext cx="230832" cy="251992"/>
            <a:chOff x="4437623" y="2066810"/>
            <a:chExt cx="230832" cy="251992"/>
          </a:xfrm>
        </p:grpSpPr>
        <p:sp>
          <p:nvSpPr>
            <p:cNvPr id="117" name="눈물 방울 116">
              <a:extLst>
                <a:ext uri="{FF2B5EF4-FFF2-40B4-BE49-F238E27FC236}">
                  <a16:creationId xmlns:a16="http://schemas.microsoft.com/office/drawing/2014/main" id="{AD1AA7D4-2DFA-257C-0B03-80CAC2CAAA2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C176AAC2-1DDE-DBC6-1A5B-BB5842BFE02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B02C00D4-0B84-13FF-82B2-A7775935DC62}"/>
              </a:ext>
            </a:extLst>
          </p:cNvPr>
          <p:cNvGrpSpPr/>
          <p:nvPr/>
        </p:nvGrpSpPr>
        <p:grpSpPr>
          <a:xfrm>
            <a:off x="2638697" y="4260273"/>
            <a:ext cx="3760559" cy="227895"/>
            <a:chOff x="2766496" y="4254336"/>
            <a:chExt cx="3760559" cy="22789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64DC151-5C2B-1A0A-E499-4B8EE63F6F49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F1872A-FED7-4C67-2964-ABA948BC1A61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A3366FF7-D6BE-C075-3DAB-E7BDBD0F3649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9" name="그림 8">
                <a:extLst>
                  <a:ext uri="{FF2B5EF4-FFF2-40B4-BE49-F238E27FC236}">
                    <a16:creationId xmlns:a16="http://schemas.microsoft.com/office/drawing/2014/main" id="{7EEFE94A-BF46-307C-8643-57A8BC8A65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6C58A4E6-1338-DE08-41AF-4A2B7157F297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4EDE221-21D2-2A4F-2610-B878AE517E86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DA41591-CA1F-D10E-C35F-9729E66DDF96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CCAE884-50AA-53A4-46C2-10A0832A226D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938730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935782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93578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7489406"/>
              </p:ext>
            </p:extLst>
          </p:nvPr>
        </p:nvGraphicFramePr>
        <p:xfrm>
          <a:off x="315532" y="1059281"/>
          <a:ext cx="7092951" cy="4785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5315919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0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다음 중 빈칸에 알맞은 낱말을 골라 넣으세요</a:t>
                      </a:r>
                      <a:r>
                        <a:rPr lang="en-US" altLang="ko-KR" sz="900"/>
                        <a:t>.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q1.jpg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66442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ko-KR" altLang="en-US" sz="900"/>
                        <a:t>간절한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ko-KR" altLang="en-US" sz="900"/>
                        <a:t>신나는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ko-KR" altLang="en-US" sz="900"/>
                        <a:t>즐거운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ko-KR" altLang="en-US" sz="900"/>
                        <a:t>행복한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r>
                        <a:rPr lang="ko-KR" altLang="en-US" sz="900"/>
                        <a:t>번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237782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054DD89-0706-B939-2E0D-7CFC006605D3}"/>
              </a:ext>
            </a:extLst>
          </p:cNvPr>
          <p:cNvSpPr/>
          <p:nvPr/>
        </p:nvSpPr>
        <p:spPr>
          <a:xfrm>
            <a:off x="309940" y="593578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Group 134">
            <a:extLst>
              <a:ext uri="{FF2B5EF4-FFF2-40B4-BE49-F238E27FC236}">
                <a16:creationId xmlns:a16="http://schemas.microsoft.com/office/drawing/2014/main" id="{8D778EBE-D781-68F8-B2C5-01A7183261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FAF63987-0E20-2B04-B6D6-7B9987530C0A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7" name="눈물 방울 6">
              <a:extLst>
                <a:ext uri="{FF2B5EF4-FFF2-40B4-BE49-F238E27FC236}">
                  <a16:creationId xmlns:a16="http://schemas.microsoft.com/office/drawing/2014/main" id="{C2AC22FE-87CB-7752-C558-9391AC67D05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DC15DEC2-B7C4-09B5-7552-6C00A6B619D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FA10AAF7-5D43-7B7F-82F8-17F76ACE9956}"/>
              </a:ext>
            </a:extLst>
          </p:cNvPr>
          <p:cNvGrpSpPr/>
          <p:nvPr/>
        </p:nvGrpSpPr>
        <p:grpSpPr>
          <a:xfrm rot="5400000" flipH="1">
            <a:off x="66563" y="5925202"/>
            <a:ext cx="230832" cy="251992"/>
            <a:chOff x="4437623" y="2066810"/>
            <a:chExt cx="230832" cy="251992"/>
          </a:xfrm>
        </p:grpSpPr>
        <p:sp>
          <p:nvSpPr>
            <p:cNvPr id="10" name="눈물 방울 9">
              <a:extLst>
                <a:ext uri="{FF2B5EF4-FFF2-40B4-BE49-F238E27FC236}">
                  <a16:creationId xmlns:a16="http://schemas.microsoft.com/office/drawing/2014/main" id="{5D8FC131-FDE0-2CD3-FD98-A680BAB00C8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AFD5AFA4-034B-5747-E301-0C208E02155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AC8056-4C44-7A22-18ED-2C76294C5A3A}"/>
              </a:ext>
            </a:extLst>
          </p:cNvPr>
          <p:cNvGrpSpPr/>
          <p:nvPr/>
        </p:nvGrpSpPr>
        <p:grpSpPr>
          <a:xfrm rot="5400000" flipH="1">
            <a:off x="5496661" y="5950949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AAA1F90B-E2CE-A5FA-C63C-032F68EF1F6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B70E99C0-2F4A-A3D3-985B-B3F7772654E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88190D1-A761-DB40-30D8-4AE0C45FD26E}"/>
              </a:ext>
            </a:extLst>
          </p:cNvPr>
          <p:cNvGrpSpPr/>
          <p:nvPr/>
        </p:nvGrpSpPr>
        <p:grpSpPr>
          <a:xfrm rot="5400000" flipH="1">
            <a:off x="6907905" y="6253695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47A4C930-23C1-012E-0320-F3861CBCD208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048CE115-0EB3-33E1-12FB-39FD7BED9CC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5F921C79-6286-B202-A752-405232F90F17}"/>
              </a:ext>
            </a:extLst>
          </p:cNvPr>
          <p:cNvGrpSpPr/>
          <p:nvPr/>
        </p:nvGrpSpPr>
        <p:grpSpPr>
          <a:xfrm rot="5400000">
            <a:off x="577721" y="6204222"/>
            <a:ext cx="230832" cy="333746"/>
            <a:chOff x="6369090" y="6065244"/>
            <a:chExt cx="230832" cy="333746"/>
          </a:xfrm>
        </p:grpSpPr>
        <p:sp>
          <p:nvSpPr>
            <p:cNvPr id="21" name="눈물 방울 20">
              <a:extLst>
                <a:ext uri="{FF2B5EF4-FFF2-40B4-BE49-F238E27FC236}">
                  <a16:creationId xmlns:a16="http://schemas.microsoft.com/office/drawing/2014/main" id="{7C94D4C9-5379-8E96-4D3E-E52A686E4F55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5FA072C7-1F19-2F4F-3695-CB48DC3D92FE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396821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541425"/>
              </p:ext>
            </p:extLst>
          </p:nvPr>
        </p:nvGraphicFramePr>
        <p:xfrm>
          <a:off x="7562672" y="283032"/>
          <a:ext cx="2307098" cy="404120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순서배열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문항에 노출될 이미지 파일을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개까지 등록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 등록할 경우 사용자 화면에 노출하지 않음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이미지의 연결된 문구를 등록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 이미지의 순번과 문항 문구의 순번을 동일하게 적용 필요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440378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정답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순서에 맞는 문항을 설정하는 셀렉트박스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설정한 정답에 따라 문항의 순서를 적용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64154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17303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00155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242800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675135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675135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09064"/>
              </p:ext>
            </p:extLst>
          </p:nvPr>
        </p:nvGraphicFramePr>
        <p:xfrm>
          <a:off x="315532" y="1059281"/>
          <a:ext cx="7092951" cy="55956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8087298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문구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237782"/>
                  </a:ext>
                </a:extLst>
              </a:tr>
              <a:tr h="2025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1838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01476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50456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r>
                        <a:rPr lang="ko-KR" altLang="en-US" sz="900"/>
                        <a:t>번                    </a:t>
                      </a:r>
                      <a:r>
                        <a:rPr lang="en-US" altLang="ko-KR" sz="900"/>
                        <a:t>2</a:t>
                      </a:r>
                      <a:r>
                        <a:rPr lang="ko-KR" altLang="en-US" sz="900"/>
                        <a:t>번                 </a:t>
                      </a:r>
                      <a:r>
                        <a:rPr lang="en-US" altLang="ko-KR" sz="900"/>
                        <a:t>3</a:t>
                      </a:r>
                      <a:r>
                        <a:rPr lang="ko-KR" altLang="en-US" sz="900"/>
                        <a:t>번                  </a:t>
                      </a:r>
                      <a:r>
                        <a:rPr lang="en-US" altLang="ko-KR" sz="900"/>
                        <a:t>4</a:t>
                      </a:r>
                      <a:r>
                        <a:rPr lang="ko-KR" altLang="en-US" sz="900"/>
                        <a:t>번  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246840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81380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Drag and Drop</a:t>
              </a:r>
              <a:r>
                <a:rPr lang="ko-KR" altLang="en-US" sz="8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 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5609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74545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C0DA893-955D-C0DD-D2D3-1DDE0B8535E2}"/>
              </a:ext>
            </a:extLst>
          </p:cNvPr>
          <p:cNvGrpSpPr/>
          <p:nvPr/>
        </p:nvGrpSpPr>
        <p:grpSpPr>
          <a:xfrm>
            <a:off x="2638697" y="3706671"/>
            <a:ext cx="3465263" cy="219602"/>
            <a:chOff x="1509100" y="1278824"/>
            <a:chExt cx="3465263" cy="21960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CF6402-1E3E-C273-4108-2AB0FAFBE1F2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2218581-A8B9-9969-116B-2D0821C1DE01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465AF4BE-8602-D487-0BFC-7048B1F48CB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CBDC2CDB-0593-C938-7449-B0FF69A5701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F45E6C70-EB29-CD4C-A180-9152CC3EC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293B5B1-3485-A3EF-4A15-654FF6455A5A}"/>
              </a:ext>
            </a:extLst>
          </p:cNvPr>
          <p:cNvGrpSpPr/>
          <p:nvPr/>
        </p:nvGrpSpPr>
        <p:grpSpPr>
          <a:xfrm>
            <a:off x="2638697" y="3977956"/>
            <a:ext cx="3760559" cy="227895"/>
            <a:chOff x="2766496" y="4254336"/>
            <a:chExt cx="3760559" cy="227895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E87744A-AB8F-AC70-D18E-5BC7FF312E2A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24108B7E-576A-8434-1587-26F2B2BAFE32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91" name="직사각형 90">
                <a:extLst>
                  <a:ext uri="{FF2B5EF4-FFF2-40B4-BE49-F238E27FC236}">
                    <a16:creationId xmlns:a16="http://schemas.microsoft.com/office/drawing/2014/main" id="{A19BED63-2E34-91EC-A8BD-A17BD3E86CB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92" name="그림 91">
                <a:extLst>
                  <a:ext uri="{FF2B5EF4-FFF2-40B4-BE49-F238E27FC236}">
                    <a16:creationId xmlns:a16="http://schemas.microsoft.com/office/drawing/2014/main" id="{023986FA-4493-F8CC-DD1E-6E83E7027B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BB2F779-D44F-BC63-CB6A-23C17CD5719D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694840E-3953-C08B-619D-844531B9E05D}"/>
              </a:ext>
            </a:extLst>
          </p:cNvPr>
          <p:cNvSpPr/>
          <p:nvPr/>
        </p:nvSpPr>
        <p:spPr>
          <a:xfrm>
            <a:off x="2808539" y="5334644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E32B237-FFD7-B6BB-E949-D494F8910C69}"/>
              </a:ext>
            </a:extLst>
          </p:cNvPr>
          <p:cNvSpPr/>
          <p:nvPr/>
        </p:nvSpPr>
        <p:spPr>
          <a:xfrm>
            <a:off x="2808539" y="560111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27D7D7D-2A51-01C9-E5C8-732F7527BF47}"/>
              </a:ext>
            </a:extLst>
          </p:cNvPr>
          <p:cNvSpPr/>
          <p:nvPr/>
        </p:nvSpPr>
        <p:spPr>
          <a:xfrm>
            <a:off x="2808539" y="5870363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3A047F7-6E98-6817-9F25-3EE576D07706}"/>
              </a:ext>
            </a:extLst>
          </p:cNvPr>
          <p:cNvSpPr/>
          <p:nvPr/>
        </p:nvSpPr>
        <p:spPr>
          <a:xfrm>
            <a:off x="2808539" y="6148993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72D65B1-E8DE-A3F6-D6C7-36A4BE20E1C1}"/>
              </a:ext>
            </a:extLst>
          </p:cNvPr>
          <p:cNvGrpSpPr/>
          <p:nvPr/>
        </p:nvGrpSpPr>
        <p:grpSpPr>
          <a:xfrm>
            <a:off x="3297854" y="2682371"/>
            <a:ext cx="1879419" cy="182240"/>
            <a:chOff x="5720375" y="2134256"/>
            <a:chExt cx="1879419" cy="182240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9DF56870-4694-6648-E727-DFF64C1A970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  <a:latin typeface="+mn-ea"/>
                  <a:ea typeface="+mn-ea"/>
                </a:rPr>
                <a:t>순서 배열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" name="이등변 삼각형 5">
              <a:extLst>
                <a:ext uri="{FF2B5EF4-FFF2-40B4-BE49-F238E27FC236}">
                  <a16:creationId xmlns:a16="http://schemas.microsoft.com/office/drawing/2014/main" id="{D1BD9BB3-F293-B984-8F29-183DD280141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940D669-5F59-46BD-C73A-51B33E919CCD}"/>
              </a:ext>
            </a:extLst>
          </p:cNvPr>
          <p:cNvGrpSpPr/>
          <p:nvPr/>
        </p:nvGrpSpPr>
        <p:grpSpPr>
          <a:xfrm>
            <a:off x="2812072" y="4253832"/>
            <a:ext cx="3760559" cy="227895"/>
            <a:chOff x="1709839" y="4614289"/>
            <a:chExt cx="3760559" cy="22789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814D981-F5EE-BC4E-6C88-FC40D749AAD7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BEAF4D0E-39AE-C788-DAD3-554DCF0FE4C3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11" name="직사각형 10">
                <a:extLst>
                  <a:ext uri="{FF2B5EF4-FFF2-40B4-BE49-F238E27FC236}">
                    <a16:creationId xmlns:a16="http://schemas.microsoft.com/office/drawing/2014/main" id="{A8EB9788-7F1F-1597-6C5F-C894C0E4DE7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2" name="그림 11">
                <a:extLst>
                  <a:ext uri="{FF2B5EF4-FFF2-40B4-BE49-F238E27FC236}">
                    <a16:creationId xmlns:a16="http://schemas.microsoft.com/office/drawing/2014/main" id="{285B09F3-B4D6-5716-2566-AE3C3EF0E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1885EBC3-2E39-7FB4-F974-68B8C38A7018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56EBD7AA-5F64-DB2E-4536-8336C6F21C95}"/>
              </a:ext>
            </a:extLst>
          </p:cNvPr>
          <p:cNvGrpSpPr/>
          <p:nvPr/>
        </p:nvGrpSpPr>
        <p:grpSpPr>
          <a:xfrm>
            <a:off x="2812072" y="4534410"/>
            <a:ext cx="3760559" cy="227895"/>
            <a:chOff x="1709839" y="4614289"/>
            <a:chExt cx="3760559" cy="22789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8FE08AC-9990-74EA-9423-66346A9A4465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F47E4355-FBD9-56CD-470C-F9E53F42EA7C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6F08C51D-F84D-7CA1-282F-886D86D5AA2F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8" name="그림 17">
                <a:extLst>
                  <a:ext uri="{FF2B5EF4-FFF2-40B4-BE49-F238E27FC236}">
                    <a16:creationId xmlns:a16="http://schemas.microsoft.com/office/drawing/2014/main" id="{D7E32EBB-764A-360C-AA77-6BE15745BF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EC6FE6A0-FFBF-FFBB-FAF2-F2E1AA249E49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EA8EF158-2D51-1E9F-C8CB-9417C6A9C899}"/>
              </a:ext>
            </a:extLst>
          </p:cNvPr>
          <p:cNvGrpSpPr/>
          <p:nvPr/>
        </p:nvGrpSpPr>
        <p:grpSpPr>
          <a:xfrm>
            <a:off x="2812072" y="4797944"/>
            <a:ext cx="3760559" cy="227895"/>
            <a:chOff x="1709839" y="4614289"/>
            <a:chExt cx="3760559" cy="22789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DB3B97D-DE53-2488-E11E-A24D867DC841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26A3E5D7-30E1-40F6-BC74-959D0071D68D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25" name="직사각형 24">
                <a:extLst>
                  <a:ext uri="{FF2B5EF4-FFF2-40B4-BE49-F238E27FC236}">
                    <a16:creationId xmlns:a16="http://schemas.microsoft.com/office/drawing/2014/main" id="{A6ADB056-4DB3-3B3D-74CD-3D1DFBF07D3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26" name="그림 25">
                <a:extLst>
                  <a:ext uri="{FF2B5EF4-FFF2-40B4-BE49-F238E27FC236}">
                    <a16:creationId xmlns:a16="http://schemas.microsoft.com/office/drawing/2014/main" id="{403A0A09-A53F-9EDE-FFA8-16B150BBA0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6151743F-8F7F-C377-7EBB-BBB9A3DD80B2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B604960-FF78-384A-8808-5152E8AED76C}"/>
              </a:ext>
            </a:extLst>
          </p:cNvPr>
          <p:cNvGrpSpPr/>
          <p:nvPr/>
        </p:nvGrpSpPr>
        <p:grpSpPr>
          <a:xfrm>
            <a:off x="2812072" y="5069850"/>
            <a:ext cx="3760559" cy="227895"/>
            <a:chOff x="1709839" y="4614289"/>
            <a:chExt cx="3760559" cy="22789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67B9719-360F-FC90-1107-244D22ED28D5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682BEE7D-C904-8E23-14B2-43C4581DAA81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C033654B-75E6-431B-A403-A9544134B3AA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9" name="그림 48">
                <a:extLst>
                  <a:ext uri="{FF2B5EF4-FFF2-40B4-BE49-F238E27FC236}">
                    <a16:creationId xmlns:a16="http://schemas.microsoft.com/office/drawing/2014/main" id="{FD70850B-C9BD-6C37-F648-25FB05F340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06BD69A7-A088-5B3E-631F-8DA5B5E29B71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21167A6-7F92-84E9-FB4A-2B75F327226F}"/>
              </a:ext>
            </a:extLst>
          </p:cNvPr>
          <p:cNvGrpSpPr/>
          <p:nvPr/>
        </p:nvGrpSpPr>
        <p:grpSpPr>
          <a:xfrm>
            <a:off x="2863373" y="6423767"/>
            <a:ext cx="596767" cy="182240"/>
            <a:chOff x="5720375" y="2134256"/>
            <a:chExt cx="596767" cy="18224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6D44DB39-881E-9893-3D81-6C49A84125CC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이등변 삼각형 51">
              <a:extLst>
                <a:ext uri="{FF2B5EF4-FFF2-40B4-BE49-F238E27FC236}">
                  <a16:creationId xmlns:a16="http://schemas.microsoft.com/office/drawing/2014/main" id="{8838CEFF-D872-A748-3AE8-9CB174D842A4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9335B0FA-D538-3625-DF59-1AA406F673D9}"/>
              </a:ext>
            </a:extLst>
          </p:cNvPr>
          <p:cNvGrpSpPr/>
          <p:nvPr/>
        </p:nvGrpSpPr>
        <p:grpSpPr>
          <a:xfrm>
            <a:off x="3796697" y="6423767"/>
            <a:ext cx="596767" cy="182240"/>
            <a:chOff x="5720375" y="2134256"/>
            <a:chExt cx="596767" cy="182240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10D5F405-8D09-1487-AABC-01D92A8FA83D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이등변 삼각형 56">
              <a:extLst>
                <a:ext uri="{FF2B5EF4-FFF2-40B4-BE49-F238E27FC236}">
                  <a16:creationId xmlns:a16="http://schemas.microsoft.com/office/drawing/2014/main" id="{C1C2459A-6EEE-67E8-C519-E94749CE16C3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A71A9C26-DA6B-CB9B-12C2-936DCA877CE6}"/>
              </a:ext>
            </a:extLst>
          </p:cNvPr>
          <p:cNvGrpSpPr/>
          <p:nvPr/>
        </p:nvGrpSpPr>
        <p:grpSpPr>
          <a:xfrm>
            <a:off x="4672767" y="6423767"/>
            <a:ext cx="596767" cy="182240"/>
            <a:chOff x="5720375" y="2134256"/>
            <a:chExt cx="596767" cy="182240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F709E52-58FD-9774-7AB0-EB90075A7C53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이등변 삼각형 59">
              <a:extLst>
                <a:ext uri="{FF2B5EF4-FFF2-40B4-BE49-F238E27FC236}">
                  <a16:creationId xmlns:a16="http://schemas.microsoft.com/office/drawing/2014/main" id="{B7E92B7D-20C8-7B29-C2C9-71E3BD8809D1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695392F7-7A54-915B-5A59-ACBE79BA127C}"/>
              </a:ext>
            </a:extLst>
          </p:cNvPr>
          <p:cNvGrpSpPr/>
          <p:nvPr/>
        </p:nvGrpSpPr>
        <p:grpSpPr>
          <a:xfrm>
            <a:off x="5577456" y="6423767"/>
            <a:ext cx="596767" cy="182240"/>
            <a:chOff x="5720375" y="2134256"/>
            <a:chExt cx="596767" cy="182240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2C374D69-546A-9BF2-1F5C-0FBB8CCB146B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이등변 삼각형 62">
              <a:extLst>
                <a:ext uri="{FF2B5EF4-FFF2-40B4-BE49-F238E27FC236}">
                  <a16:creationId xmlns:a16="http://schemas.microsoft.com/office/drawing/2014/main" id="{FC31FB8F-EC59-9AE0-071A-5A5E2EC61658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698243BA-B129-810F-F42A-ABC093951455}"/>
              </a:ext>
            </a:extLst>
          </p:cNvPr>
          <p:cNvGrpSpPr/>
          <p:nvPr/>
        </p:nvGrpSpPr>
        <p:grpSpPr>
          <a:xfrm rot="5400000" flipH="1">
            <a:off x="66563" y="3003724"/>
            <a:ext cx="230832" cy="251992"/>
            <a:chOff x="4437623" y="2066810"/>
            <a:chExt cx="230832" cy="251992"/>
          </a:xfrm>
        </p:grpSpPr>
        <p:sp>
          <p:nvSpPr>
            <p:cNvPr id="65" name="눈물 방울 64">
              <a:extLst>
                <a:ext uri="{FF2B5EF4-FFF2-40B4-BE49-F238E27FC236}">
                  <a16:creationId xmlns:a16="http://schemas.microsoft.com/office/drawing/2014/main" id="{FF62C24D-415F-846A-8543-BFBB2C733DC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4C3F821-0092-07B5-B1DD-EBBD17869B1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839A482C-F4CC-6538-EB27-325B4C9AC80C}"/>
              </a:ext>
            </a:extLst>
          </p:cNvPr>
          <p:cNvGrpSpPr/>
          <p:nvPr/>
        </p:nvGrpSpPr>
        <p:grpSpPr>
          <a:xfrm rot="5400000" flipH="1">
            <a:off x="6515998" y="2916158"/>
            <a:ext cx="230832" cy="314510"/>
            <a:chOff x="4437623" y="2035551"/>
            <a:chExt cx="230832" cy="314510"/>
          </a:xfrm>
        </p:grpSpPr>
        <p:sp>
          <p:nvSpPr>
            <p:cNvPr id="68" name="눈물 방울 67">
              <a:extLst>
                <a:ext uri="{FF2B5EF4-FFF2-40B4-BE49-F238E27FC236}">
                  <a16:creationId xmlns:a16="http://schemas.microsoft.com/office/drawing/2014/main" id="{8E1B3139-B1AA-B964-C6F8-1B24A0E1819D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7F7D1119-02DB-5C30-B580-2C11683EA022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B023A94B-D1C7-4257-F480-E949543C595F}"/>
              </a:ext>
            </a:extLst>
          </p:cNvPr>
          <p:cNvGrpSpPr/>
          <p:nvPr/>
        </p:nvGrpSpPr>
        <p:grpSpPr>
          <a:xfrm rot="5400000" flipH="1">
            <a:off x="1081396" y="3691322"/>
            <a:ext cx="230832" cy="251992"/>
            <a:chOff x="4437623" y="2066810"/>
            <a:chExt cx="230832" cy="251992"/>
          </a:xfrm>
        </p:grpSpPr>
        <p:sp>
          <p:nvSpPr>
            <p:cNvPr id="71" name="눈물 방울 70">
              <a:extLst>
                <a:ext uri="{FF2B5EF4-FFF2-40B4-BE49-F238E27FC236}">
                  <a16:creationId xmlns:a16="http://schemas.microsoft.com/office/drawing/2014/main" id="{E49F5E08-59D9-0C41-24DC-B1A46DBDF09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72454001-6AA6-B679-3644-4C59D974FDD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AE88A0A-7C4C-1AF7-52F0-5B8777297E1C}"/>
              </a:ext>
            </a:extLst>
          </p:cNvPr>
          <p:cNvGrpSpPr/>
          <p:nvPr/>
        </p:nvGrpSpPr>
        <p:grpSpPr>
          <a:xfrm rot="5400000" flipH="1">
            <a:off x="1081396" y="3937314"/>
            <a:ext cx="230832" cy="251992"/>
            <a:chOff x="4437623" y="2066810"/>
            <a:chExt cx="230832" cy="251992"/>
          </a:xfrm>
        </p:grpSpPr>
        <p:sp>
          <p:nvSpPr>
            <p:cNvPr id="74" name="눈물 방울 73">
              <a:extLst>
                <a:ext uri="{FF2B5EF4-FFF2-40B4-BE49-F238E27FC236}">
                  <a16:creationId xmlns:a16="http://schemas.microsoft.com/office/drawing/2014/main" id="{A3D7C536-30AB-B14B-90D4-C5865F67ACF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B343B77D-597E-5772-5B91-7A30D8C602F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CE9E8A7C-0A2C-EAA6-200B-F007ECB3EDA0}"/>
              </a:ext>
            </a:extLst>
          </p:cNvPr>
          <p:cNvGrpSpPr/>
          <p:nvPr/>
        </p:nvGrpSpPr>
        <p:grpSpPr>
          <a:xfrm rot="5400000" flipH="1">
            <a:off x="1081396" y="4677759"/>
            <a:ext cx="230832" cy="251992"/>
            <a:chOff x="4437623" y="2066810"/>
            <a:chExt cx="230832" cy="251992"/>
          </a:xfrm>
        </p:grpSpPr>
        <p:sp>
          <p:nvSpPr>
            <p:cNvPr id="77" name="눈물 방울 76">
              <a:extLst>
                <a:ext uri="{FF2B5EF4-FFF2-40B4-BE49-F238E27FC236}">
                  <a16:creationId xmlns:a16="http://schemas.microsoft.com/office/drawing/2014/main" id="{0F40FBE0-3A68-DE2B-0757-AE3E1512E3E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1E5D19D-4B8D-3B8F-D23B-243B8C0E5E2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93B7AAEB-A6B4-CCC5-E1D5-9AA72E04B7C2}"/>
              </a:ext>
            </a:extLst>
          </p:cNvPr>
          <p:cNvGrpSpPr/>
          <p:nvPr/>
        </p:nvGrpSpPr>
        <p:grpSpPr>
          <a:xfrm rot="5400000" flipH="1">
            <a:off x="1081396" y="5734073"/>
            <a:ext cx="230832" cy="251992"/>
            <a:chOff x="4437623" y="2066810"/>
            <a:chExt cx="230832" cy="251992"/>
          </a:xfrm>
        </p:grpSpPr>
        <p:sp>
          <p:nvSpPr>
            <p:cNvPr id="80" name="눈물 방울 79">
              <a:extLst>
                <a:ext uri="{FF2B5EF4-FFF2-40B4-BE49-F238E27FC236}">
                  <a16:creationId xmlns:a16="http://schemas.microsoft.com/office/drawing/2014/main" id="{2DF03A70-BD48-3427-F873-EEDE899AAF2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9E2AB328-BCE2-2CEB-0167-F1A420795ED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155CDD6C-6AAC-7AA3-D1E6-876E08CB9564}"/>
              </a:ext>
            </a:extLst>
          </p:cNvPr>
          <p:cNvGrpSpPr/>
          <p:nvPr/>
        </p:nvGrpSpPr>
        <p:grpSpPr>
          <a:xfrm rot="5400000" flipH="1">
            <a:off x="1081396" y="6413187"/>
            <a:ext cx="230832" cy="251992"/>
            <a:chOff x="4437623" y="2066810"/>
            <a:chExt cx="230832" cy="251992"/>
          </a:xfrm>
        </p:grpSpPr>
        <p:sp>
          <p:nvSpPr>
            <p:cNvPr id="106" name="눈물 방울 105">
              <a:extLst>
                <a:ext uri="{FF2B5EF4-FFF2-40B4-BE49-F238E27FC236}">
                  <a16:creationId xmlns:a16="http://schemas.microsoft.com/office/drawing/2014/main" id="{1A3A1B1D-7A6F-2D4C-22B1-34DBE9E1349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3C2F4669-8A66-76FB-2BF4-FFD7F859C73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845B7A56-9980-2867-75B2-17DD97BF267A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048990-8509-2A78-BC3A-06974FBF6146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3AD8DD9-1B3B-65D0-39BE-0CE8AC16E7D0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40717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674591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674591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6628215"/>
              </p:ext>
            </p:extLst>
          </p:nvPr>
        </p:nvGraphicFramePr>
        <p:xfrm>
          <a:off x="315532" y="1059281"/>
          <a:ext cx="7092951" cy="55956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64682516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en-US" altLang="ko-KR" sz="90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1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Drag and Drop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문장의 빈칸에 알맞은 단어를 보기에서 골라 넣기</a:t>
                      </a:r>
                      <a:r>
                        <a:rPr lang="ko-KR" altLang="en-US" sz="900">
                          <a:latin typeface="+mn-ea"/>
                          <a:ea typeface="+mn-ea"/>
                        </a:rPr>
                        <a:t>라 넣기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&lt;</a:t>
                      </a:r>
                      <a:r>
                        <a:rPr lang="ko-KR" altLang="en-US" sz="900"/>
                        <a:t>나의햇살</a:t>
                      </a:r>
                      <a:r>
                        <a:rPr lang="en-US" altLang="ko-KR" sz="900"/>
                        <a:t>&gt;</a:t>
                      </a:r>
                      <a:r>
                        <a:rPr lang="ko-KR" altLang="en-US" sz="900"/>
                        <a:t>의 내용을 읽고</a:t>
                      </a:r>
                      <a:r>
                        <a:rPr lang="en-US" altLang="ko-KR" sz="900"/>
                        <a:t>, </a:t>
                      </a:r>
                      <a:r>
                        <a:rPr lang="ko-KR" altLang="en-US" sz="900"/>
                        <a:t>순서대로 알맞은 그림을 골라 넣으세요</a:t>
                      </a:r>
                      <a:r>
                        <a:rPr lang="en-US" altLang="ko-KR" sz="900"/>
                        <a:t>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en-US" altLang="ko-KR" sz="900" u="sng"/>
                        <a:t>q1.jpg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en-US" altLang="ko-KR" sz="900" u="sng"/>
                        <a:t>q2.jpg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en-US" altLang="ko-KR" sz="900" u="sng"/>
                        <a:t>q3.jpg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en-US" altLang="ko-KR" sz="900" u="sng"/>
                        <a:t>q4.jpg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문구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ko-KR" altLang="en-US" sz="900"/>
                        <a:t>루카는 눈앞에 펼쳐질 멋진 하루를 상상해 보았어요</a:t>
                      </a:r>
                      <a:r>
                        <a:rPr lang="en-US" altLang="ko-KR" sz="900"/>
                        <a:t>.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237782"/>
                  </a:ext>
                </a:extLst>
              </a:tr>
              <a:tr h="2025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ko-KR" altLang="en-US" sz="900"/>
                        <a:t>층계에서 발소리가 들렸어요</a:t>
                      </a:r>
                      <a:r>
                        <a:rPr lang="en-US" altLang="ko-KR" sz="900"/>
                        <a:t>! </a:t>
                      </a:r>
                      <a:r>
                        <a:rPr lang="ko-KR" altLang="en-US" sz="900"/>
                        <a:t>아빠가 일어났나 봐요</a:t>
                      </a:r>
                      <a:r>
                        <a:rPr lang="en-US" altLang="ko-KR" sz="900"/>
                        <a:t>. </a:t>
                      </a:r>
                      <a:r>
                        <a:rPr lang="ko-KR" altLang="en-US" sz="900"/>
                        <a:t>큰일났어요</a:t>
                      </a:r>
                      <a:r>
                        <a:rPr lang="en-US" altLang="ko-KR" sz="900"/>
                        <a:t>!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1838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ko-KR" altLang="en-US" sz="900"/>
                        <a:t>루카의 마음 속에 찬 바람이 휭 불면서 먹구름이 몰려왔어요</a:t>
                      </a:r>
                      <a:r>
                        <a:rPr lang="en-US" altLang="ko-KR" sz="900"/>
                        <a:t>.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01476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ko-KR" altLang="en-US" sz="900"/>
                        <a:t>루카는 새로 생긴 친구한테서 눈길을 뗄 수가 없었어요</a:t>
                      </a:r>
                      <a:r>
                        <a:rPr lang="en-US" altLang="ko-KR" sz="900"/>
                        <a:t>.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50456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(1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</a:t>
                      </a:r>
                      <a:r>
                        <a:rPr lang="en-US" altLang="ko-KR" sz="900"/>
                        <a:t>2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(2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 </a:t>
                      </a:r>
                      <a:r>
                        <a:rPr lang="en-US" altLang="ko-KR" sz="900"/>
                        <a:t>3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(3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   </a:t>
                      </a:r>
                      <a:r>
                        <a:rPr lang="en-US" altLang="ko-KR" sz="900"/>
                        <a:t>4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(4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246840"/>
                  </a:ext>
                </a:extLst>
              </a:tr>
            </a:tbl>
          </a:graphicData>
        </a:graphic>
      </p:graphicFrame>
      <p:graphicFrame>
        <p:nvGraphicFramePr>
          <p:cNvPr id="34" name="Group 134">
            <a:extLst>
              <a:ext uri="{FF2B5EF4-FFF2-40B4-BE49-F238E27FC236}">
                <a16:creationId xmlns:a16="http://schemas.microsoft.com/office/drawing/2014/main" id="{87B98357-6880-AD9C-5B6C-3B169D8639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D50357DE-2A0D-C8CF-5E07-5B4ED682E060}"/>
              </a:ext>
            </a:extLst>
          </p:cNvPr>
          <p:cNvSpPr/>
          <p:nvPr/>
        </p:nvSpPr>
        <p:spPr>
          <a:xfrm>
            <a:off x="307975" y="674591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148ED5C-7943-4A46-5B4F-70D316E20052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93" name="눈물 방울 92">
              <a:extLst>
                <a:ext uri="{FF2B5EF4-FFF2-40B4-BE49-F238E27FC236}">
                  <a16:creationId xmlns:a16="http://schemas.microsoft.com/office/drawing/2014/main" id="{0ADAAA51-5CFC-5A3A-D1B7-1600E99B912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0C3CE6FD-9228-45B8-CBFD-6AC3F51C47C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D0C7C209-C811-8195-5860-23BE90E9B2DF}"/>
              </a:ext>
            </a:extLst>
          </p:cNvPr>
          <p:cNvGrpSpPr/>
          <p:nvPr/>
        </p:nvGrpSpPr>
        <p:grpSpPr>
          <a:xfrm rot="5400000" flipH="1">
            <a:off x="66563" y="6735330"/>
            <a:ext cx="230832" cy="251992"/>
            <a:chOff x="4437623" y="2066810"/>
            <a:chExt cx="230832" cy="251992"/>
          </a:xfrm>
        </p:grpSpPr>
        <p:sp>
          <p:nvSpPr>
            <p:cNvPr id="96" name="눈물 방울 95">
              <a:extLst>
                <a:ext uri="{FF2B5EF4-FFF2-40B4-BE49-F238E27FC236}">
                  <a16:creationId xmlns:a16="http://schemas.microsoft.com/office/drawing/2014/main" id="{9480EEAD-84D2-F16B-74F0-F491F770BA1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6CA62E08-F5A8-D0C8-9C7A-C936640D5DC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848086D4-0A38-59E7-5C06-7326FD14C79E}"/>
              </a:ext>
            </a:extLst>
          </p:cNvPr>
          <p:cNvGrpSpPr/>
          <p:nvPr/>
        </p:nvGrpSpPr>
        <p:grpSpPr>
          <a:xfrm rot="5400000" flipH="1">
            <a:off x="5496661" y="6761077"/>
            <a:ext cx="230832" cy="251992"/>
            <a:chOff x="4437623" y="2066810"/>
            <a:chExt cx="230832" cy="251992"/>
          </a:xfrm>
        </p:grpSpPr>
        <p:sp>
          <p:nvSpPr>
            <p:cNvPr id="99" name="눈물 방울 98">
              <a:extLst>
                <a:ext uri="{FF2B5EF4-FFF2-40B4-BE49-F238E27FC236}">
                  <a16:creationId xmlns:a16="http://schemas.microsoft.com/office/drawing/2014/main" id="{19780A29-D611-CB3C-0D71-9CDA5C8DEB2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FD5166B2-5C68-48AC-6273-3E8C8284E25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20E576EF-1CE5-2F7A-D457-5F58611C979B}"/>
              </a:ext>
            </a:extLst>
          </p:cNvPr>
          <p:cNvGrpSpPr/>
          <p:nvPr/>
        </p:nvGrpSpPr>
        <p:grpSpPr>
          <a:xfrm rot="5400000" flipH="1">
            <a:off x="6907905" y="7063823"/>
            <a:ext cx="230832" cy="251992"/>
            <a:chOff x="4437623" y="2066810"/>
            <a:chExt cx="230832" cy="251992"/>
          </a:xfrm>
        </p:grpSpPr>
        <p:sp>
          <p:nvSpPr>
            <p:cNvPr id="110" name="눈물 방울 109">
              <a:extLst>
                <a:ext uri="{FF2B5EF4-FFF2-40B4-BE49-F238E27FC236}">
                  <a16:creationId xmlns:a16="http://schemas.microsoft.com/office/drawing/2014/main" id="{812B9443-8286-06BC-8208-DD4F89D88958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9A28BD11-4D9B-B310-8C62-17C32A76CC1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D785751B-5EA4-19C5-8040-D059B8D6577A}"/>
              </a:ext>
            </a:extLst>
          </p:cNvPr>
          <p:cNvGrpSpPr/>
          <p:nvPr/>
        </p:nvGrpSpPr>
        <p:grpSpPr>
          <a:xfrm rot="5400000">
            <a:off x="577721" y="7014350"/>
            <a:ext cx="230832" cy="333746"/>
            <a:chOff x="6369090" y="6065244"/>
            <a:chExt cx="230832" cy="333746"/>
          </a:xfrm>
        </p:grpSpPr>
        <p:sp>
          <p:nvSpPr>
            <p:cNvPr id="113" name="눈물 방울 112">
              <a:extLst>
                <a:ext uri="{FF2B5EF4-FFF2-40B4-BE49-F238E27FC236}">
                  <a16:creationId xmlns:a16="http://schemas.microsoft.com/office/drawing/2014/main" id="{C0BE48D8-E27D-1283-6799-6ED1AE0945BF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6460EC07-9E83-A8B1-5468-B8B5136907C0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383995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5058286"/>
              </p:ext>
            </p:extLst>
          </p:nvPr>
        </p:nvGraphicFramePr>
        <p:xfrm>
          <a:off x="7562672" y="283032"/>
          <a:ext cx="2307098" cy="350237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순서대로 터치하기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선택 시의 문제 정보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설정을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표시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문항에 노출될 이미지 파일을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개까지 등록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미 등록할 경우 사용자 화면에 노출하지 않음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정답 설정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순서에 맞는 문항을 설정하는 셀렉트박스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설정한 정답에 따라 문항의 순서를 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626457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34366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516534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66074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66074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256246"/>
              </p:ext>
            </p:extLst>
          </p:nvPr>
        </p:nvGraphicFramePr>
        <p:xfrm>
          <a:off x="315532" y="1059281"/>
          <a:ext cx="7092951" cy="45151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18529837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9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순서대로 터치하기 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 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이미지 등록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r>
                        <a:rPr lang="ko-KR" altLang="en-US" sz="900"/>
                        <a:t>번                    </a:t>
                      </a:r>
                      <a:r>
                        <a:rPr lang="en-US" altLang="ko-KR" sz="900"/>
                        <a:t>2</a:t>
                      </a:r>
                      <a:r>
                        <a:rPr lang="ko-KR" altLang="en-US" sz="900"/>
                        <a:t>번                 </a:t>
                      </a:r>
                      <a:r>
                        <a:rPr lang="en-US" altLang="ko-KR" sz="900"/>
                        <a:t>3</a:t>
                      </a:r>
                      <a:r>
                        <a:rPr lang="ko-KR" altLang="en-US" sz="900"/>
                        <a:t>번                  </a:t>
                      </a:r>
                      <a:r>
                        <a:rPr lang="en-US" altLang="ko-KR" sz="900"/>
                        <a:t>4</a:t>
                      </a:r>
                      <a:r>
                        <a:rPr lang="ko-KR" altLang="en-US" sz="900"/>
                        <a:t>번  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246840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DA33C474-AEA8-9D1A-3819-220D96B207B5}"/>
              </a:ext>
            </a:extLst>
          </p:cNvPr>
          <p:cNvGrpSpPr/>
          <p:nvPr/>
        </p:nvGrpSpPr>
        <p:grpSpPr>
          <a:xfrm>
            <a:off x="1354754" y="1383305"/>
            <a:ext cx="1879419" cy="182240"/>
            <a:chOff x="5720375" y="2134256"/>
            <a:chExt cx="1879419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184C518-E189-C84E-A1A8-1673BF289E28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36801AFA-AF66-E275-A4B5-7358672F7F0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20529B0-99DD-292E-8B54-03B982513F0A}"/>
              </a:ext>
            </a:extLst>
          </p:cNvPr>
          <p:cNvGrpSpPr/>
          <p:nvPr/>
        </p:nvGrpSpPr>
        <p:grpSpPr>
          <a:xfrm>
            <a:off x="1354754" y="1651866"/>
            <a:ext cx="1879419" cy="182240"/>
            <a:chOff x="5720375" y="2134256"/>
            <a:chExt cx="1879419" cy="18224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C5025D8-810A-194B-5BAB-B9C5A29537AA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:a16="http://schemas.microsoft.com/office/drawing/2014/main" id="{B4FD8794-1866-12F1-FD6C-BC68E9492B8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AE7947B-31BC-8D85-8439-A3345EB4179E}"/>
              </a:ext>
            </a:extLst>
          </p:cNvPr>
          <p:cNvGrpSpPr/>
          <p:nvPr/>
        </p:nvGrpSpPr>
        <p:grpSpPr>
          <a:xfrm>
            <a:off x="1354754" y="2675856"/>
            <a:ext cx="1879419" cy="182240"/>
            <a:chOff x="5720375" y="2134256"/>
            <a:chExt cx="1879419" cy="182240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474C433-7F47-B9F1-BF5F-6BDA7BFD421C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</a:rPr>
                <a:t>순서대로 터치하기 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9428F1DE-5150-E417-814C-D73CBC24261B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B1D4D8-437A-5925-F000-D83A7348ED31}"/>
              </a:ext>
            </a:extLst>
          </p:cNvPr>
          <p:cNvGrpSpPr/>
          <p:nvPr/>
        </p:nvGrpSpPr>
        <p:grpSpPr>
          <a:xfrm>
            <a:off x="1283225" y="2210085"/>
            <a:ext cx="5928730" cy="443476"/>
            <a:chOff x="1420969" y="2864949"/>
            <a:chExt cx="5928730" cy="44347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E4D1496-A8FF-48A8-8460-19BB63423861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B3B2EA6-7900-BD9D-0CEA-8F0DAA625D67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D78D155-5F94-13F4-ABCA-F1C7998FFA3C}"/>
              </a:ext>
            </a:extLst>
          </p:cNvPr>
          <p:cNvSpPr txBox="1"/>
          <p:nvPr/>
        </p:nvSpPr>
        <p:spPr>
          <a:xfrm>
            <a:off x="2638697" y="3269021"/>
            <a:ext cx="4727603" cy="3601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C0DA893-955D-C0DD-D2D3-1DDE0B8535E2}"/>
              </a:ext>
            </a:extLst>
          </p:cNvPr>
          <p:cNvGrpSpPr/>
          <p:nvPr/>
        </p:nvGrpSpPr>
        <p:grpSpPr>
          <a:xfrm>
            <a:off x="2638697" y="3701147"/>
            <a:ext cx="3465263" cy="219602"/>
            <a:chOff x="1509100" y="1278824"/>
            <a:chExt cx="3465263" cy="21960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CF6402-1E3E-C273-4108-2AB0FAFBE1F2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2218581-A8B9-9969-116B-2D0821C1DE01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465AF4BE-8602-D487-0BFC-7048B1F48CB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CBDC2CDB-0593-C938-7449-B0FF69A5701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F45E6C70-EB29-CD4C-A180-9152CC3EC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293B5B1-3485-A3EF-4A15-654FF6455A5A}"/>
              </a:ext>
            </a:extLst>
          </p:cNvPr>
          <p:cNvGrpSpPr/>
          <p:nvPr/>
        </p:nvGrpSpPr>
        <p:grpSpPr>
          <a:xfrm>
            <a:off x="2638697" y="3972432"/>
            <a:ext cx="3760559" cy="227895"/>
            <a:chOff x="2766496" y="4254336"/>
            <a:chExt cx="3760559" cy="227895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E87744A-AB8F-AC70-D18E-5BC7FF312E2A}"/>
                </a:ext>
              </a:extLst>
            </p:cNvPr>
            <p:cNvSpPr txBox="1"/>
            <p:nvPr/>
          </p:nvSpPr>
          <p:spPr>
            <a:xfrm>
              <a:off x="3499156" y="4275335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24108B7E-576A-8434-1587-26F2B2BAFE32}"/>
                </a:ext>
              </a:extLst>
            </p:cNvPr>
            <p:cNvGrpSpPr/>
            <p:nvPr/>
          </p:nvGrpSpPr>
          <p:grpSpPr>
            <a:xfrm>
              <a:off x="5492257" y="4266787"/>
              <a:ext cx="1034798" cy="215444"/>
              <a:chOff x="3840505" y="3503775"/>
              <a:chExt cx="1034798" cy="215444"/>
            </a:xfrm>
          </p:grpSpPr>
          <p:sp>
            <p:nvSpPr>
              <p:cNvPr id="91" name="직사각형 90">
                <a:extLst>
                  <a:ext uri="{FF2B5EF4-FFF2-40B4-BE49-F238E27FC236}">
                    <a16:creationId xmlns:a16="http://schemas.microsoft.com/office/drawing/2014/main" id="{A19BED63-2E34-91EC-A8BD-A17BD3E86CB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92" name="그림 91">
                <a:extLst>
                  <a:ext uri="{FF2B5EF4-FFF2-40B4-BE49-F238E27FC236}">
                    <a16:creationId xmlns:a16="http://schemas.microsoft.com/office/drawing/2014/main" id="{023986FA-4493-F8CC-DD1E-6E83E7027B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BB2F779-D44F-BC63-CB6A-23C17CD5719D}"/>
                </a:ext>
              </a:extLst>
            </p:cNvPr>
            <p:cNvSpPr/>
            <p:nvPr/>
          </p:nvSpPr>
          <p:spPr>
            <a:xfrm>
              <a:off x="2766496" y="4254336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072D65B1-E8DE-A3F6-D6C7-36A4BE20E1C1}"/>
              </a:ext>
            </a:extLst>
          </p:cNvPr>
          <p:cNvGrpSpPr/>
          <p:nvPr/>
        </p:nvGrpSpPr>
        <p:grpSpPr>
          <a:xfrm>
            <a:off x="3297854" y="2676847"/>
            <a:ext cx="1879419" cy="182240"/>
            <a:chOff x="5720375" y="2134256"/>
            <a:chExt cx="1879419" cy="182240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9DF56870-4694-6648-E727-DFF64C1A970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0">
                  <a:solidFill>
                    <a:schemeClr val="tx1"/>
                  </a:solidFill>
                </a:rPr>
                <a:t>순서대로 터치하기 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" name="이등변 삼각형 5">
              <a:extLst>
                <a:ext uri="{FF2B5EF4-FFF2-40B4-BE49-F238E27FC236}">
                  <a16:creationId xmlns:a16="http://schemas.microsoft.com/office/drawing/2014/main" id="{D1BD9BB3-F293-B984-8F29-183DD280141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940D669-5F59-46BD-C73A-51B33E919CCD}"/>
              </a:ext>
            </a:extLst>
          </p:cNvPr>
          <p:cNvGrpSpPr/>
          <p:nvPr/>
        </p:nvGrpSpPr>
        <p:grpSpPr>
          <a:xfrm>
            <a:off x="2812072" y="4248308"/>
            <a:ext cx="3760559" cy="227895"/>
            <a:chOff x="1709839" y="4614289"/>
            <a:chExt cx="3760559" cy="22789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814D981-F5EE-BC4E-6C88-FC40D749AAD7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BEAF4D0E-39AE-C788-DAD3-554DCF0FE4C3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11" name="직사각형 10">
                <a:extLst>
                  <a:ext uri="{FF2B5EF4-FFF2-40B4-BE49-F238E27FC236}">
                    <a16:creationId xmlns:a16="http://schemas.microsoft.com/office/drawing/2014/main" id="{A8EB9788-7F1F-1597-6C5F-C894C0E4DE7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2" name="그림 11">
                <a:extLst>
                  <a:ext uri="{FF2B5EF4-FFF2-40B4-BE49-F238E27FC236}">
                    <a16:creationId xmlns:a16="http://schemas.microsoft.com/office/drawing/2014/main" id="{285B09F3-B4D6-5716-2566-AE3C3EF0E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1885EBC3-2E39-7FB4-F974-68B8C38A7018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56EBD7AA-5F64-DB2E-4536-8336C6F21C95}"/>
              </a:ext>
            </a:extLst>
          </p:cNvPr>
          <p:cNvGrpSpPr/>
          <p:nvPr/>
        </p:nvGrpSpPr>
        <p:grpSpPr>
          <a:xfrm>
            <a:off x="2812072" y="4528886"/>
            <a:ext cx="3760559" cy="227895"/>
            <a:chOff x="1709839" y="4614289"/>
            <a:chExt cx="3760559" cy="22789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8FE08AC-9990-74EA-9423-66346A9A4465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F47E4355-FBD9-56CD-470C-F9E53F42EA7C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6F08C51D-F84D-7CA1-282F-886D86D5AA2F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8" name="그림 17">
                <a:extLst>
                  <a:ext uri="{FF2B5EF4-FFF2-40B4-BE49-F238E27FC236}">
                    <a16:creationId xmlns:a16="http://schemas.microsoft.com/office/drawing/2014/main" id="{D7E32EBB-764A-360C-AA77-6BE15745BF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EC6FE6A0-FFBF-FFBB-FAF2-F2E1AA249E49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EA8EF158-2D51-1E9F-C8CB-9417C6A9C899}"/>
              </a:ext>
            </a:extLst>
          </p:cNvPr>
          <p:cNvGrpSpPr/>
          <p:nvPr/>
        </p:nvGrpSpPr>
        <p:grpSpPr>
          <a:xfrm>
            <a:off x="2812072" y="4792420"/>
            <a:ext cx="3760559" cy="227895"/>
            <a:chOff x="1709839" y="4614289"/>
            <a:chExt cx="3760559" cy="22789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DB3B97D-DE53-2488-E11E-A24D867DC841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26A3E5D7-30E1-40F6-BC74-959D0071D68D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25" name="직사각형 24">
                <a:extLst>
                  <a:ext uri="{FF2B5EF4-FFF2-40B4-BE49-F238E27FC236}">
                    <a16:creationId xmlns:a16="http://schemas.microsoft.com/office/drawing/2014/main" id="{A6ADB056-4DB3-3B3D-74CD-3D1DFBF07D3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26" name="그림 25">
                <a:extLst>
                  <a:ext uri="{FF2B5EF4-FFF2-40B4-BE49-F238E27FC236}">
                    <a16:creationId xmlns:a16="http://schemas.microsoft.com/office/drawing/2014/main" id="{403A0A09-A53F-9EDE-FFA8-16B150BBA0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6151743F-8F7F-C377-7EBB-BBB9A3DD80B2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B604960-FF78-384A-8808-5152E8AED76C}"/>
              </a:ext>
            </a:extLst>
          </p:cNvPr>
          <p:cNvGrpSpPr/>
          <p:nvPr/>
        </p:nvGrpSpPr>
        <p:grpSpPr>
          <a:xfrm>
            <a:off x="2812072" y="5064326"/>
            <a:ext cx="3760559" cy="227895"/>
            <a:chOff x="1709839" y="4614289"/>
            <a:chExt cx="3760559" cy="22789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67B9719-360F-FC90-1107-244D22ED28D5}"/>
                </a:ext>
              </a:extLst>
            </p:cNvPr>
            <p:cNvSpPr txBox="1"/>
            <p:nvPr/>
          </p:nvSpPr>
          <p:spPr>
            <a:xfrm>
              <a:off x="2442499" y="4635288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682BEE7D-C904-8E23-14B2-43C4581DAA81}"/>
                </a:ext>
              </a:extLst>
            </p:cNvPr>
            <p:cNvGrpSpPr/>
            <p:nvPr/>
          </p:nvGrpSpPr>
          <p:grpSpPr>
            <a:xfrm>
              <a:off x="4435600" y="4626740"/>
              <a:ext cx="1034798" cy="215444"/>
              <a:chOff x="3840505" y="3503775"/>
              <a:chExt cx="1034798" cy="215444"/>
            </a:xfrm>
          </p:grpSpPr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C033654B-75E6-431B-A403-A9544134B3AA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9" name="그림 48">
                <a:extLst>
                  <a:ext uri="{FF2B5EF4-FFF2-40B4-BE49-F238E27FC236}">
                    <a16:creationId xmlns:a16="http://schemas.microsoft.com/office/drawing/2014/main" id="{FD70850B-C9BD-6C37-F648-25FB05F340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06BD69A7-A088-5B3E-631F-8DA5B5E29B71}"/>
                </a:ext>
              </a:extLst>
            </p:cNvPr>
            <p:cNvSpPr/>
            <p:nvPr/>
          </p:nvSpPr>
          <p:spPr>
            <a:xfrm>
              <a:off x="1709839" y="4614289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21167A6-7F92-84E9-FB4A-2B75F327226F}"/>
              </a:ext>
            </a:extLst>
          </p:cNvPr>
          <p:cNvGrpSpPr/>
          <p:nvPr/>
        </p:nvGrpSpPr>
        <p:grpSpPr>
          <a:xfrm>
            <a:off x="2863373" y="5346029"/>
            <a:ext cx="596767" cy="182240"/>
            <a:chOff x="5720375" y="2134256"/>
            <a:chExt cx="596767" cy="18224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6D44DB39-881E-9893-3D81-6C49A84125CC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이등변 삼각형 51">
              <a:extLst>
                <a:ext uri="{FF2B5EF4-FFF2-40B4-BE49-F238E27FC236}">
                  <a16:creationId xmlns:a16="http://schemas.microsoft.com/office/drawing/2014/main" id="{8838CEFF-D872-A748-3AE8-9CB174D842A4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9335B0FA-D538-3625-DF59-1AA406F673D9}"/>
              </a:ext>
            </a:extLst>
          </p:cNvPr>
          <p:cNvGrpSpPr/>
          <p:nvPr/>
        </p:nvGrpSpPr>
        <p:grpSpPr>
          <a:xfrm>
            <a:off x="3796697" y="5346029"/>
            <a:ext cx="596767" cy="182240"/>
            <a:chOff x="5720375" y="2134256"/>
            <a:chExt cx="596767" cy="182240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10D5F405-8D09-1487-AABC-01D92A8FA83D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이등변 삼각형 56">
              <a:extLst>
                <a:ext uri="{FF2B5EF4-FFF2-40B4-BE49-F238E27FC236}">
                  <a16:creationId xmlns:a16="http://schemas.microsoft.com/office/drawing/2014/main" id="{C1C2459A-6EEE-67E8-C519-E94749CE16C3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A71A9C26-DA6B-CB9B-12C2-936DCA877CE6}"/>
              </a:ext>
            </a:extLst>
          </p:cNvPr>
          <p:cNvGrpSpPr/>
          <p:nvPr/>
        </p:nvGrpSpPr>
        <p:grpSpPr>
          <a:xfrm>
            <a:off x="4672767" y="5346029"/>
            <a:ext cx="596767" cy="182240"/>
            <a:chOff x="5720375" y="2134256"/>
            <a:chExt cx="596767" cy="182240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F709E52-58FD-9774-7AB0-EB90075A7C53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이등변 삼각형 59">
              <a:extLst>
                <a:ext uri="{FF2B5EF4-FFF2-40B4-BE49-F238E27FC236}">
                  <a16:creationId xmlns:a16="http://schemas.microsoft.com/office/drawing/2014/main" id="{B7E92B7D-20C8-7B29-C2C9-71E3BD8809D1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695392F7-7A54-915B-5A59-ACBE79BA127C}"/>
              </a:ext>
            </a:extLst>
          </p:cNvPr>
          <p:cNvGrpSpPr/>
          <p:nvPr/>
        </p:nvGrpSpPr>
        <p:grpSpPr>
          <a:xfrm>
            <a:off x="5577456" y="5346029"/>
            <a:ext cx="596767" cy="182240"/>
            <a:chOff x="5720375" y="2134256"/>
            <a:chExt cx="596767" cy="182240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2C374D69-546A-9BF2-1F5C-0FBB8CCB146B}"/>
                </a:ext>
              </a:extLst>
            </p:cNvPr>
            <p:cNvSpPr/>
            <p:nvPr/>
          </p:nvSpPr>
          <p:spPr>
            <a:xfrm>
              <a:off x="5720375" y="2134256"/>
              <a:ext cx="596767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문항선택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이등변 삼각형 62">
              <a:extLst>
                <a:ext uri="{FF2B5EF4-FFF2-40B4-BE49-F238E27FC236}">
                  <a16:creationId xmlns:a16="http://schemas.microsoft.com/office/drawing/2014/main" id="{FC31FB8F-EC59-9AE0-071A-5A5E2EC61658}"/>
                </a:ext>
              </a:extLst>
            </p:cNvPr>
            <p:cNvSpPr/>
            <p:nvPr/>
          </p:nvSpPr>
          <p:spPr>
            <a:xfrm flipH="1" flipV="1">
              <a:off x="6193238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6B99A8A4-030E-8D67-44EC-BFF42C4926F2}"/>
              </a:ext>
            </a:extLst>
          </p:cNvPr>
          <p:cNvGrpSpPr/>
          <p:nvPr/>
        </p:nvGrpSpPr>
        <p:grpSpPr>
          <a:xfrm rot="5400000" flipH="1">
            <a:off x="66563" y="2998200"/>
            <a:ext cx="230832" cy="251992"/>
            <a:chOff x="4437623" y="2066810"/>
            <a:chExt cx="230832" cy="251992"/>
          </a:xfrm>
        </p:grpSpPr>
        <p:sp>
          <p:nvSpPr>
            <p:cNvPr id="35" name="눈물 방울 34">
              <a:extLst>
                <a:ext uri="{FF2B5EF4-FFF2-40B4-BE49-F238E27FC236}">
                  <a16:creationId xmlns:a16="http://schemas.microsoft.com/office/drawing/2014/main" id="{344DA149-D999-CA7A-656F-AAF4EAF09CD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C44360B5-C4CA-9D6A-7027-03627658538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F8C31ED0-ABD7-86EB-A252-79A7D03C23D2}"/>
              </a:ext>
            </a:extLst>
          </p:cNvPr>
          <p:cNvGrpSpPr/>
          <p:nvPr/>
        </p:nvGrpSpPr>
        <p:grpSpPr>
          <a:xfrm rot="5400000" flipH="1">
            <a:off x="4789190" y="2910634"/>
            <a:ext cx="230832" cy="314510"/>
            <a:chOff x="4437623" y="2035551"/>
            <a:chExt cx="230832" cy="314510"/>
          </a:xfrm>
        </p:grpSpPr>
        <p:sp>
          <p:nvSpPr>
            <p:cNvPr id="65" name="눈물 방울 64">
              <a:extLst>
                <a:ext uri="{FF2B5EF4-FFF2-40B4-BE49-F238E27FC236}">
                  <a16:creationId xmlns:a16="http://schemas.microsoft.com/office/drawing/2014/main" id="{9FD44FC7-76D5-FFC6-0E8B-1817EFE7D6AE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E986A775-7E5F-94DF-EA43-D08278CFFE4D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448D3E27-0861-E4BE-E7DE-E8E946AD99F4}"/>
              </a:ext>
            </a:extLst>
          </p:cNvPr>
          <p:cNvGrpSpPr/>
          <p:nvPr/>
        </p:nvGrpSpPr>
        <p:grpSpPr>
          <a:xfrm rot="5400000" flipH="1">
            <a:off x="1081396" y="3685798"/>
            <a:ext cx="230832" cy="251992"/>
            <a:chOff x="4437623" y="2066810"/>
            <a:chExt cx="230832" cy="251992"/>
          </a:xfrm>
        </p:grpSpPr>
        <p:sp>
          <p:nvSpPr>
            <p:cNvPr id="68" name="눈물 방울 67">
              <a:extLst>
                <a:ext uri="{FF2B5EF4-FFF2-40B4-BE49-F238E27FC236}">
                  <a16:creationId xmlns:a16="http://schemas.microsoft.com/office/drawing/2014/main" id="{7F0BA680-2786-618B-ACF3-31581A013D1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2C144E0B-D0FE-BE2C-90D9-66A810F6F60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205CAB1-0B57-4AF2-9B1D-C247A72942AB}"/>
              </a:ext>
            </a:extLst>
          </p:cNvPr>
          <p:cNvGrpSpPr/>
          <p:nvPr/>
        </p:nvGrpSpPr>
        <p:grpSpPr>
          <a:xfrm rot="5400000" flipH="1">
            <a:off x="1081396" y="3931790"/>
            <a:ext cx="230832" cy="251992"/>
            <a:chOff x="4437623" y="2066810"/>
            <a:chExt cx="230832" cy="251992"/>
          </a:xfrm>
        </p:grpSpPr>
        <p:sp>
          <p:nvSpPr>
            <p:cNvPr id="71" name="눈물 방울 70">
              <a:extLst>
                <a:ext uri="{FF2B5EF4-FFF2-40B4-BE49-F238E27FC236}">
                  <a16:creationId xmlns:a16="http://schemas.microsoft.com/office/drawing/2014/main" id="{8F936455-A728-8532-FA94-9A9EC452F72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A08830F2-DDBF-1362-7C66-73B5854CA53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E1745D4-660B-4198-6C3F-78AA996819C7}"/>
              </a:ext>
            </a:extLst>
          </p:cNvPr>
          <p:cNvGrpSpPr/>
          <p:nvPr/>
        </p:nvGrpSpPr>
        <p:grpSpPr>
          <a:xfrm rot="5400000" flipH="1">
            <a:off x="1081396" y="4619703"/>
            <a:ext cx="230832" cy="251992"/>
            <a:chOff x="4437623" y="2066810"/>
            <a:chExt cx="230832" cy="251992"/>
          </a:xfrm>
        </p:grpSpPr>
        <p:sp>
          <p:nvSpPr>
            <p:cNvPr id="74" name="눈물 방울 73">
              <a:extLst>
                <a:ext uri="{FF2B5EF4-FFF2-40B4-BE49-F238E27FC236}">
                  <a16:creationId xmlns:a16="http://schemas.microsoft.com/office/drawing/2014/main" id="{B52605B2-70AA-72D7-CEF1-C8C2B78EA88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A54B248B-3D57-6AF3-BFC7-13B4BBAA983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8EF71B1F-BEBE-CF68-11D5-EC200B5B09FF}"/>
              </a:ext>
            </a:extLst>
          </p:cNvPr>
          <p:cNvGrpSpPr/>
          <p:nvPr/>
        </p:nvGrpSpPr>
        <p:grpSpPr>
          <a:xfrm rot="5400000" flipH="1">
            <a:off x="1081396" y="5311153"/>
            <a:ext cx="230832" cy="251992"/>
            <a:chOff x="4437623" y="2066810"/>
            <a:chExt cx="230832" cy="251992"/>
          </a:xfrm>
        </p:grpSpPr>
        <p:sp>
          <p:nvSpPr>
            <p:cNvPr id="77" name="눈물 방울 76">
              <a:extLst>
                <a:ext uri="{FF2B5EF4-FFF2-40B4-BE49-F238E27FC236}">
                  <a16:creationId xmlns:a16="http://schemas.microsoft.com/office/drawing/2014/main" id="{0DB8CD97-AA51-750E-D6B5-B4AB97D1F1D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64FA0200-2B72-65C0-8329-83EE375DEB2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71BF2CD1-18F1-E5BB-4247-EFB4A01486E5}"/>
              </a:ext>
            </a:extLst>
          </p:cNvPr>
          <p:cNvSpPr txBox="1"/>
          <p:nvPr/>
        </p:nvSpPr>
        <p:spPr>
          <a:xfrm>
            <a:off x="1363463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DD98156-B57A-28A5-68E3-8672443CF101}"/>
              </a:ext>
            </a:extLst>
          </p:cNvPr>
          <p:cNvSpPr/>
          <p:nvPr/>
        </p:nvSpPr>
        <p:spPr>
          <a:xfrm>
            <a:off x="2925089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E9BDB32B-9E05-E1DF-D624-94196FA326D2}"/>
              </a:ext>
            </a:extLst>
          </p:cNvPr>
          <p:cNvSpPr/>
          <p:nvPr/>
        </p:nvSpPr>
        <p:spPr>
          <a:xfrm>
            <a:off x="3603963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826679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독서확인 학습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독서확인 학습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독서확인 학습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8DEBCE7-5A53-9790-4F4C-35815A886B8F}"/>
              </a:ext>
            </a:extLst>
          </p:cNvPr>
          <p:cNvSpPr/>
          <p:nvPr/>
        </p:nvSpPr>
        <p:spPr>
          <a:xfrm>
            <a:off x="6638159" y="56750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294D42-6319-4F87-F78E-2F0699D2BE32}"/>
              </a:ext>
            </a:extLst>
          </p:cNvPr>
          <p:cNvSpPr/>
          <p:nvPr/>
        </p:nvSpPr>
        <p:spPr>
          <a:xfrm>
            <a:off x="5748967" y="56750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C40264A-7F5E-168B-4F0C-8500307AE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26677"/>
              </p:ext>
            </p:extLst>
          </p:nvPr>
        </p:nvGraphicFramePr>
        <p:xfrm>
          <a:off x="315532" y="1059281"/>
          <a:ext cx="7092951" cy="45151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154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286923">
                  <a:extLst>
                    <a:ext uri="{9D8B030D-6E8A-4147-A177-3AD203B41FA5}">
                      <a16:colId xmlns:a16="http://schemas.microsoft.com/office/drawing/2014/main" val="3166461830"/>
                    </a:ext>
                  </a:extLst>
                </a:gridCol>
                <a:gridCol w="4814480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2022.12.19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설정한 도서명을 표시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7580634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 </a:t>
                      </a:r>
                      <a:endParaRPr lang="en-US" altLang="ko-KR" sz="900" b="0" dirty="0"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순서대로 터치하기 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 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  <a:tr h="317267">
                <a:tc rowSpan="9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정보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순서대로 터치하기 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순서대로 터치하기 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818907"/>
                  </a:ext>
                </a:extLst>
              </a:tr>
              <a:tr h="452534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&lt;</a:t>
                      </a:r>
                      <a:r>
                        <a:rPr lang="ko-KR" altLang="en-US" sz="900"/>
                        <a:t>나의햇살</a:t>
                      </a:r>
                      <a:r>
                        <a:rPr lang="en-US" altLang="ko-KR" sz="900"/>
                        <a:t>&gt;</a:t>
                      </a:r>
                      <a:r>
                        <a:rPr lang="ko-KR" altLang="en-US" sz="900"/>
                        <a:t>의 내용을 읽고</a:t>
                      </a:r>
                      <a:r>
                        <a:rPr lang="en-US" altLang="ko-KR" sz="900"/>
                        <a:t>, </a:t>
                      </a:r>
                      <a:r>
                        <a:rPr lang="ko-KR" altLang="en-US" sz="900"/>
                        <a:t>순서대로 알맞은 그림을 골라 넣으세요</a:t>
                      </a:r>
                      <a:r>
                        <a:rPr lang="en-US" altLang="ko-KR" sz="900"/>
                        <a:t>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0079"/>
                  </a:ext>
                </a:extLst>
              </a:tr>
              <a:tr h="26156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972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73451"/>
                  </a:ext>
                </a:extLst>
              </a:tr>
              <a:tr h="216098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문항 이미지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1. </a:t>
                      </a:r>
                      <a:r>
                        <a:rPr lang="en-US" altLang="ko-KR" sz="900" u="sng"/>
                        <a:t>q1.jpg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116403"/>
                  </a:ext>
                </a:extLst>
              </a:tr>
              <a:tr h="16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2. </a:t>
                      </a:r>
                      <a:r>
                        <a:rPr lang="en-US" altLang="ko-KR" sz="900" u="sng"/>
                        <a:t>q2.jpg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11302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3. </a:t>
                      </a:r>
                      <a:r>
                        <a:rPr lang="en-US" altLang="ko-KR" sz="900" u="sng"/>
                        <a:t>q3.jpg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04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4. </a:t>
                      </a:r>
                      <a:r>
                        <a:rPr lang="en-US" altLang="ko-KR" sz="900" u="sng"/>
                        <a:t>q4.jpg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6842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정답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(1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</a:t>
                      </a:r>
                      <a:r>
                        <a:rPr lang="en-US" altLang="ko-KR" sz="900"/>
                        <a:t>2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(2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 </a:t>
                      </a:r>
                      <a:r>
                        <a:rPr lang="en-US" altLang="ko-KR" sz="900"/>
                        <a:t>3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(3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      </a:t>
                      </a:r>
                      <a:r>
                        <a:rPr lang="en-US" altLang="ko-KR" sz="900"/>
                        <a:t>4</a:t>
                      </a:r>
                      <a:r>
                        <a:rPr lang="ko-KR" altLang="en-US" sz="900"/>
                        <a:t>번 </a:t>
                      </a:r>
                      <a:r>
                        <a:rPr lang="en-US" altLang="ko-KR" sz="900"/>
                        <a:t>(4</a:t>
                      </a:r>
                      <a:r>
                        <a:rPr lang="ko-KR" altLang="en-US" sz="900"/>
                        <a:t>문항</a:t>
                      </a:r>
                      <a:r>
                        <a:rPr lang="en-US" altLang="ko-KR" sz="900"/>
                        <a:t>)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246840"/>
                  </a:ext>
                </a:extLst>
              </a:tr>
            </a:tbl>
          </a:graphicData>
        </a:graphic>
      </p:graphicFrame>
      <p:sp>
        <p:nvSpPr>
          <p:cNvPr id="79" name="직사각형 78">
            <a:extLst>
              <a:ext uri="{FF2B5EF4-FFF2-40B4-BE49-F238E27FC236}">
                <a16:creationId xmlns:a16="http://schemas.microsoft.com/office/drawing/2014/main" id="{7A1CBD34-14EE-64FF-23B9-FD5EC53EA288}"/>
              </a:ext>
            </a:extLst>
          </p:cNvPr>
          <p:cNvSpPr/>
          <p:nvPr/>
        </p:nvSpPr>
        <p:spPr>
          <a:xfrm>
            <a:off x="307975" y="56750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0" name="Group 134">
            <a:extLst>
              <a:ext uri="{FF2B5EF4-FFF2-40B4-BE49-F238E27FC236}">
                <a16:creationId xmlns:a16="http://schemas.microsoft.com/office/drawing/2014/main" id="{64B3BD22-D602-EBBA-7EC1-E4DE851874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048528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93" name="그룹 92">
            <a:extLst>
              <a:ext uri="{FF2B5EF4-FFF2-40B4-BE49-F238E27FC236}">
                <a16:creationId xmlns:a16="http://schemas.microsoft.com/office/drawing/2014/main" id="{6B31A5DE-A526-868F-9734-D228982580D8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94" name="눈물 방울 93">
              <a:extLst>
                <a:ext uri="{FF2B5EF4-FFF2-40B4-BE49-F238E27FC236}">
                  <a16:creationId xmlns:a16="http://schemas.microsoft.com/office/drawing/2014/main" id="{5ABE6C7D-4F0F-7ED8-AECF-08782323978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8246071-3DB6-C03D-6156-E7AE322DD05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BD90C8CA-78D0-8BE9-0C95-ADFE4123B8A8}"/>
              </a:ext>
            </a:extLst>
          </p:cNvPr>
          <p:cNvGrpSpPr/>
          <p:nvPr/>
        </p:nvGrpSpPr>
        <p:grpSpPr>
          <a:xfrm rot="5400000" flipH="1">
            <a:off x="66563" y="5648204"/>
            <a:ext cx="230832" cy="251992"/>
            <a:chOff x="4437623" y="2066810"/>
            <a:chExt cx="230832" cy="251992"/>
          </a:xfrm>
        </p:grpSpPr>
        <p:sp>
          <p:nvSpPr>
            <p:cNvPr id="97" name="눈물 방울 96">
              <a:extLst>
                <a:ext uri="{FF2B5EF4-FFF2-40B4-BE49-F238E27FC236}">
                  <a16:creationId xmlns:a16="http://schemas.microsoft.com/office/drawing/2014/main" id="{0B839ECE-7300-3165-DAC0-ACFBCDC8A18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7BBFFAE7-4F89-E6C7-7C89-3CEB3E19E65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E96B22DE-1B80-02EE-A29A-B43C0B2BEE6A}"/>
              </a:ext>
            </a:extLst>
          </p:cNvPr>
          <p:cNvGrpSpPr/>
          <p:nvPr/>
        </p:nvGrpSpPr>
        <p:grpSpPr>
          <a:xfrm rot="5400000" flipH="1">
            <a:off x="5496661" y="5673951"/>
            <a:ext cx="230832" cy="251992"/>
            <a:chOff x="4437623" y="2066810"/>
            <a:chExt cx="230832" cy="251992"/>
          </a:xfrm>
        </p:grpSpPr>
        <p:sp>
          <p:nvSpPr>
            <p:cNvPr id="100" name="눈물 방울 99">
              <a:extLst>
                <a:ext uri="{FF2B5EF4-FFF2-40B4-BE49-F238E27FC236}">
                  <a16:creationId xmlns:a16="http://schemas.microsoft.com/office/drawing/2014/main" id="{BEADBA09-E688-C21B-4D91-87BE015E2AB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95F7BAC6-9ABE-E1EA-A4DE-FB0BAC502E9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B0989414-393B-C1E5-856E-614E5860743E}"/>
              </a:ext>
            </a:extLst>
          </p:cNvPr>
          <p:cNvGrpSpPr/>
          <p:nvPr/>
        </p:nvGrpSpPr>
        <p:grpSpPr>
          <a:xfrm rot="5400000" flipH="1">
            <a:off x="6907905" y="5976697"/>
            <a:ext cx="230832" cy="251992"/>
            <a:chOff x="4437623" y="2066810"/>
            <a:chExt cx="230832" cy="251992"/>
          </a:xfrm>
        </p:grpSpPr>
        <p:sp>
          <p:nvSpPr>
            <p:cNvPr id="103" name="눈물 방울 102">
              <a:extLst>
                <a:ext uri="{FF2B5EF4-FFF2-40B4-BE49-F238E27FC236}">
                  <a16:creationId xmlns:a16="http://schemas.microsoft.com/office/drawing/2014/main" id="{B2254DFA-5047-6A84-1E97-1C19947EF2EF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07704171-D3E7-C1CD-2518-B2453551F85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5AA728A8-CE32-ADEB-6C2A-A91FDC7E26D8}"/>
              </a:ext>
            </a:extLst>
          </p:cNvPr>
          <p:cNvGrpSpPr/>
          <p:nvPr/>
        </p:nvGrpSpPr>
        <p:grpSpPr>
          <a:xfrm rot="5400000">
            <a:off x="577721" y="5927224"/>
            <a:ext cx="230832" cy="333746"/>
            <a:chOff x="6369090" y="6065244"/>
            <a:chExt cx="230832" cy="333746"/>
          </a:xfrm>
        </p:grpSpPr>
        <p:sp>
          <p:nvSpPr>
            <p:cNvPr id="106" name="눈물 방울 105">
              <a:extLst>
                <a:ext uri="{FF2B5EF4-FFF2-40B4-BE49-F238E27FC236}">
                  <a16:creationId xmlns:a16="http://schemas.microsoft.com/office/drawing/2014/main" id="{10F85364-6670-246A-F4FA-EA8210F9061F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67BFEB74-DEB7-56C8-405F-D11C22A854BD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7236877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소리내어 읽기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221400458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8719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소리내어 읽기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소리내어 읽기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5920781"/>
              </p:ext>
            </p:extLst>
          </p:nvPr>
        </p:nvGraphicFramePr>
        <p:xfrm>
          <a:off x="307972" y="2358862"/>
          <a:ext cx="7093603" cy="23489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7415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753413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3779143703"/>
                    </a:ext>
                  </a:extLst>
                </a:gridCol>
                <a:gridCol w="2309551">
                  <a:extLst>
                    <a:ext uri="{9D8B030D-6E8A-4147-A177-3AD203B41FA5}">
                      <a16:colId xmlns:a16="http://schemas.microsoft.com/office/drawing/2014/main" val="67777545"/>
                    </a:ext>
                  </a:extLst>
                </a:gridCol>
                <a:gridCol w="1130865">
                  <a:extLst>
                    <a:ext uri="{9D8B030D-6E8A-4147-A177-3AD203B41FA5}">
                      <a16:colId xmlns:a16="http://schemas.microsoft.com/office/drawing/2014/main" val="509814665"/>
                    </a:ext>
                  </a:extLst>
                </a:gridCol>
                <a:gridCol w="1400839">
                  <a:extLst>
                    <a:ext uri="{9D8B030D-6E8A-4147-A177-3AD203B41FA5}">
                      <a16:colId xmlns:a16="http://schemas.microsoft.com/office/drawing/2014/main" val="262277417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북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_100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_99</a:t>
                      </a:r>
                      <a:endParaRPr lang="ko-KR" altLang="en-US" sz="900" u="sng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_98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_97</a:t>
                      </a:r>
                      <a:endParaRPr lang="ko-KR" altLang="en-US" sz="900" u="sng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6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_92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소리내어 읽기 관리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_91</a:t>
                      </a:r>
                      <a:endParaRPr lang="ko-KR" altLang="en-US" sz="900" u="sng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2121467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64535" y="382692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481367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95950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95950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888950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표 6">
            <a:extLst>
              <a:ext uri="{FF2B5EF4-FFF2-40B4-BE49-F238E27FC236}">
                <a16:creationId xmlns:a16="http://schemas.microsoft.com/office/drawing/2014/main" id="{E035A3ED-4BE0-1570-599B-AB8C69D4B2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4726961"/>
              </p:ext>
            </p:extLst>
          </p:nvPr>
        </p:nvGraphicFramePr>
        <p:xfrm>
          <a:off x="307974" y="1058092"/>
          <a:ext cx="7093604" cy="73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학습제목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EF1C97CC-3EA2-52F8-80F7-FE63A8B96925}"/>
              </a:ext>
            </a:extLst>
          </p:cNvPr>
          <p:cNvSpPr txBox="1"/>
          <p:nvPr/>
        </p:nvSpPr>
        <p:spPr>
          <a:xfrm>
            <a:off x="1399575" y="1485261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197ED04-EFAD-0ACA-64FB-3B4A6524C646}"/>
              </a:ext>
            </a:extLst>
          </p:cNvPr>
          <p:cNvSpPr/>
          <p:nvPr/>
        </p:nvSpPr>
        <p:spPr>
          <a:xfrm>
            <a:off x="6412905" y="1440369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80B1A7B3-99C9-B7F9-CB33-1C791A89F4A8}"/>
              </a:ext>
            </a:extLst>
          </p:cNvPr>
          <p:cNvGrpSpPr/>
          <p:nvPr/>
        </p:nvGrpSpPr>
        <p:grpSpPr>
          <a:xfrm>
            <a:off x="1408284" y="1159768"/>
            <a:ext cx="1879419" cy="182240"/>
            <a:chOff x="5720375" y="2134256"/>
            <a:chExt cx="1879419" cy="182240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22E9251D-EBE6-29B8-ECB1-85FB1662A22E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이등변 삼각형 16">
              <a:extLst>
                <a:ext uri="{FF2B5EF4-FFF2-40B4-BE49-F238E27FC236}">
                  <a16:creationId xmlns:a16="http://schemas.microsoft.com/office/drawing/2014/main" id="{0A0539E0-79DD-EDD6-0D83-36E30066B44F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C8828230-353B-B288-0BE2-574AFCA56AD3}"/>
              </a:ext>
            </a:extLst>
          </p:cNvPr>
          <p:cNvSpPr txBox="1"/>
          <p:nvPr/>
        </p:nvSpPr>
        <p:spPr>
          <a:xfrm>
            <a:off x="3508100" y="1164239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8C2433E-9546-AC57-72E3-5D77BD887C77}"/>
              </a:ext>
            </a:extLst>
          </p:cNvPr>
          <p:cNvGrpSpPr/>
          <p:nvPr/>
        </p:nvGrpSpPr>
        <p:grpSpPr>
          <a:xfrm>
            <a:off x="4108864" y="1158465"/>
            <a:ext cx="1276895" cy="182240"/>
            <a:chOff x="5720375" y="2134256"/>
            <a:chExt cx="1276895" cy="182240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CCCA3E13-12FB-D2F3-D034-DE4082B93CBB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이등변 삼각형 21">
              <a:extLst>
                <a:ext uri="{FF2B5EF4-FFF2-40B4-BE49-F238E27FC236}">
                  <a16:creationId xmlns:a16="http://schemas.microsoft.com/office/drawing/2014/main" id="{8BE0867D-391B-9677-5C29-4F46090BEF7F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8F615E56-4863-8799-1A39-5167A5493069}"/>
              </a:ext>
            </a:extLst>
          </p:cNvPr>
          <p:cNvGrpSpPr/>
          <p:nvPr/>
        </p:nvGrpSpPr>
        <p:grpSpPr>
          <a:xfrm rot="5400000" flipH="1">
            <a:off x="66563" y="2361064"/>
            <a:ext cx="230832" cy="251992"/>
            <a:chOff x="4437623" y="2066810"/>
            <a:chExt cx="230832" cy="251992"/>
          </a:xfrm>
        </p:grpSpPr>
        <p:sp>
          <p:nvSpPr>
            <p:cNvPr id="31" name="눈물 방울 30">
              <a:extLst>
                <a:ext uri="{FF2B5EF4-FFF2-40B4-BE49-F238E27FC236}">
                  <a16:creationId xmlns:a16="http://schemas.microsoft.com/office/drawing/2014/main" id="{989FC78A-D98A-8840-8A74-A0A2D368863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58C1B616-6C5A-6193-B60C-64E2145252E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DF51457D-A386-BE0B-52B9-8FC3D64EAE6B}"/>
              </a:ext>
            </a:extLst>
          </p:cNvPr>
          <p:cNvGrpSpPr/>
          <p:nvPr/>
        </p:nvGrpSpPr>
        <p:grpSpPr>
          <a:xfrm rot="5400000" flipH="1">
            <a:off x="3929599" y="2631756"/>
            <a:ext cx="230832" cy="314510"/>
            <a:chOff x="4437623" y="2035551"/>
            <a:chExt cx="230832" cy="314510"/>
          </a:xfrm>
        </p:grpSpPr>
        <p:sp>
          <p:nvSpPr>
            <p:cNvPr id="37" name="눈물 방울 36">
              <a:extLst>
                <a:ext uri="{FF2B5EF4-FFF2-40B4-BE49-F238E27FC236}">
                  <a16:creationId xmlns:a16="http://schemas.microsoft.com/office/drawing/2014/main" id="{F476ED9F-FD58-6AE1-3B8B-17D7B343D83E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8A1B410F-2609-A18B-EA15-4EB823ED7E1F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8E37E5F8-D303-A5FF-0C5F-5DD548E943FB}"/>
              </a:ext>
            </a:extLst>
          </p:cNvPr>
          <p:cNvGrpSpPr/>
          <p:nvPr/>
        </p:nvGrpSpPr>
        <p:grpSpPr>
          <a:xfrm rot="5400000" flipH="1">
            <a:off x="6335257" y="4799772"/>
            <a:ext cx="230832" cy="251992"/>
            <a:chOff x="4437623" y="2066810"/>
            <a:chExt cx="230832" cy="251992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24268C76-1180-6A20-E340-F6FB71A5829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C1B592F-3FCA-473A-F740-C3125296422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5" name="Group 134">
            <a:extLst>
              <a:ext uri="{FF2B5EF4-FFF2-40B4-BE49-F238E27FC236}">
                <a16:creationId xmlns:a16="http://schemas.microsoft.com/office/drawing/2014/main" id="{B478ABA0-C6EA-255B-0361-C55613D5B7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440348"/>
              </p:ext>
            </p:extLst>
          </p:nvPr>
        </p:nvGraphicFramePr>
        <p:xfrm>
          <a:off x="7562672" y="283032"/>
          <a:ext cx="2307098" cy="20230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학습 목록을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9576478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349177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773304"/>
              </p:ext>
            </p:extLst>
          </p:nvPr>
        </p:nvGraphicFramePr>
        <p:xfrm>
          <a:off x="7562672" y="283032"/>
          <a:ext cx="2307098" cy="640184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문제에 대한 지시문구를 입력하는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452394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6a)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85257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69078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소리내어 읽기 위한 문장을 입력하는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1500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입력할 수 있도록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548818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내용등록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상에서 하이라이트 형태로 표시할 문구를 입력하는 인풋박스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56904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43506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29082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0306167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86858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소리내어 읽기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소리내어 읽기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101C3AA-1F5A-89D1-7DED-BCBE8E16D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2848339"/>
              </p:ext>
            </p:extLst>
          </p:nvPr>
        </p:nvGraphicFramePr>
        <p:xfrm>
          <a:off x="307975" y="1059281"/>
          <a:ext cx="7092950" cy="42181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021282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4918982">
                  <a:extLst>
                    <a:ext uri="{9D8B030D-6E8A-4147-A177-3AD203B41FA5}">
                      <a16:colId xmlns:a16="http://schemas.microsoft.com/office/drawing/2014/main" val="261593730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124664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075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80615476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지시문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26672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음성 파일 등록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51329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이미지 등록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9536391"/>
                  </a:ext>
                </a:extLst>
              </a:tr>
              <a:tr h="13626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내용 등록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94316"/>
                  </a:ext>
                </a:extLst>
              </a:tr>
              <a:tr h="407139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하이라이트 내용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806724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E20E60D6-7F19-8002-3E09-64F3F472979A}"/>
              </a:ext>
            </a:extLst>
          </p:cNvPr>
          <p:cNvGrpSpPr/>
          <p:nvPr/>
        </p:nvGrpSpPr>
        <p:grpSpPr>
          <a:xfrm>
            <a:off x="1437571" y="2252454"/>
            <a:ext cx="5928730" cy="443476"/>
            <a:chOff x="1420969" y="2864949"/>
            <a:chExt cx="5928730" cy="443476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997A550-48E1-5EA2-49AD-478E55173CF9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F036080-6195-C0DC-64B1-BB664F3A3666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EB22516C-27CE-8007-73A4-2AA2D9028BDC}"/>
              </a:ext>
            </a:extLst>
          </p:cNvPr>
          <p:cNvSpPr/>
          <p:nvPr/>
        </p:nvSpPr>
        <p:spPr>
          <a:xfrm>
            <a:off x="6630601" y="535500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1CF327B-B222-409C-6128-269296143DEC}"/>
              </a:ext>
            </a:extLst>
          </p:cNvPr>
          <p:cNvSpPr/>
          <p:nvPr/>
        </p:nvSpPr>
        <p:spPr>
          <a:xfrm>
            <a:off x="5741409" y="535500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47623C28-0C54-44BA-BD4F-3867EEC0CBD0}"/>
              </a:ext>
            </a:extLst>
          </p:cNvPr>
          <p:cNvGrpSpPr/>
          <p:nvPr/>
        </p:nvGrpSpPr>
        <p:grpSpPr>
          <a:xfrm>
            <a:off x="2548712" y="3269644"/>
            <a:ext cx="3760559" cy="227895"/>
            <a:chOff x="1509100" y="1658487"/>
            <a:chExt cx="3760559" cy="22789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5FD8AF6-BE4B-5EBE-B3C0-77F6DCE84B9B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52FFEF23-4184-19E2-4691-8058581415F2}"/>
                </a:ext>
              </a:extLst>
            </p:cNvPr>
            <p:cNvGrpSpPr/>
            <p:nvPr/>
          </p:nvGrpSpPr>
          <p:grpSpPr>
            <a:xfrm>
              <a:off x="4234861" y="1670938"/>
              <a:ext cx="1034798" cy="215444"/>
              <a:chOff x="3840505" y="3503775"/>
              <a:chExt cx="1034798" cy="215444"/>
            </a:xfrm>
          </p:grpSpPr>
          <p:sp>
            <p:nvSpPr>
              <p:cNvPr id="25" name="직사각형 24">
                <a:extLst>
                  <a:ext uri="{FF2B5EF4-FFF2-40B4-BE49-F238E27FC236}">
                    <a16:creationId xmlns:a16="http://schemas.microsoft.com/office/drawing/2014/main" id="{AC698A28-2DFE-BC9D-4FF1-15D2322E2CC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26" name="그림 25">
                <a:extLst>
                  <a:ext uri="{FF2B5EF4-FFF2-40B4-BE49-F238E27FC236}">
                    <a16:creationId xmlns:a16="http://schemas.microsoft.com/office/drawing/2014/main" id="{DCA25481-CC57-ABC6-234B-5CC032599E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42CCA65-A6C7-F99F-CE36-CB482ED12600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A79FFFF4-38B1-5D56-0392-223FB7D3F744}"/>
              </a:ext>
            </a:extLst>
          </p:cNvPr>
          <p:cNvSpPr txBox="1"/>
          <p:nvPr/>
        </p:nvSpPr>
        <p:spPr>
          <a:xfrm>
            <a:off x="2548712" y="3555518"/>
            <a:ext cx="4817589" cy="9385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6E7BAA2-6B7E-1C7C-33E0-D813C9E18F97}"/>
              </a:ext>
            </a:extLst>
          </p:cNvPr>
          <p:cNvSpPr txBox="1"/>
          <p:nvPr/>
        </p:nvSpPr>
        <p:spPr>
          <a:xfrm>
            <a:off x="2514088" y="4494018"/>
            <a:ext cx="715040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1500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D9A71C0-0116-06E7-2129-93C84B9BCDFB}"/>
              </a:ext>
            </a:extLst>
          </p:cNvPr>
          <p:cNvGrpSpPr/>
          <p:nvPr/>
        </p:nvGrpSpPr>
        <p:grpSpPr>
          <a:xfrm>
            <a:off x="1509101" y="1383305"/>
            <a:ext cx="1879419" cy="182240"/>
            <a:chOff x="5720375" y="2134256"/>
            <a:chExt cx="1879419" cy="182240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8E201ADC-FE5A-4624-3499-D661DE93710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이등변 삼각형 11">
              <a:extLst>
                <a:ext uri="{FF2B5EF4-FFF2-40B4-BE49-F238E27FC236}">
                  <a16:creationId xmlns:a16="http://schemas.microsoft.com/office/drawing/2014/main" id="{5E0C2D2D-A976-9293-D551-1CECBF32ED49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B79FCE64-BB22-C736-3FFC-ACA318C11CB1}"/>
              </a:ext>
            </a:extLst>
          </p:cNvPr>
          <p:cNvGrpSpPr/>
          <p:nvPr/>
        </p:nvGrpSpPr>
        <p:grpSpPr>
          <a:xfrm>
            <a:off x="1509101" y="1669284"/>
            <a:ext cx="1879419" cy="182240"/>
            <a:chOff x="5720375" y="2134256"/>
            <a:chExt cx="1879419" cy="182240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28F73E5-E6F0-BD2B-41D4-639C7114DC87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이등변 삼각형 14">
              <a:extLst>
                <a:ext uri="{FF2B5EF4-FFF2-40B4-BE49-F238E27FC236}">
                  <a16:creationId xmlns:a16="http://schemas.microsoft.com/office/drawing/2014/main" id="{0902F991-57BE-002D-82EB-807A2A60100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0159D0D-21E9-DD20-4C01-7B072473D76D}"/>
              </a:ext>
            </a:extLst>
          </p:cNvPr>
          <p:cNvGrpSpPr/>
          <p:nvPr/>
        </p:nvGrpSpPr>
        <p:grpSpPr>
          <a:xfrm>
            <a:off x="2548712" y="2981142"/>
            <a:ext cx="3465263" cy="219602"/>
            <a:chOff x="1509100" y="1278824"/>
            <a:chExt cx="3465263" cy="219602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6B70E964-E621-B353-BC42-662343D43DA6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87FE41A-A2AE-E514-C0D4-C9B197A912FC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C533C1DC-729E-FA0E-6DA1-8812ECE350D0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6BC7BFF7-03E0-9A07-A487-1ACF261888B1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37" name="그림 36">
                <a:extLst>
                  <a:ext uri="{FF2B5EF4-FFF2-40B4-BE49-F238E27FC236}">
                    <a16:creationId xmlns:a16="http://schemas.microsoft.com/office/drawing/2014/main" id="{9924949B-6001-BE6A-533C-AD2BE9403F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D801744-9001-2FF3-22FE-B2F51A757AEE}"/>
              </a:ext>
            </a:extLst>
          </p:cNvPr>
          <p:cNvSpPr/>
          <p:nvPr/>
        </p:nvSpPr>
        <p:spPr>
          <a:xfrm>
            <a:off x="2548712" y="274493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BAA82E87-F4BB-F068-3C32-124C3FFDFC1B}"/>
              </a:ext>
            </a:extLst>
          </p:cNvPr>
          <p:cNvGrpSpPr/>
          <p:nvPr/>
        </p:nvGrpSpPr>
        <p:grpSpPr>
          <a:xfrm rot="5400000" flipH="1">
            <a:off x="66563" y="1066569"/>
            <a:ext cx="230832" cy="251992"/>
            <a:chOff x="4437623" y="2066810"/>
            <a:chExt cx="230832" cy="251992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46698FEE-6D80-3CEB-BB4F-A502E1E5B14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26FBD46B-009F-D846-57CF-93A2F16D053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047F7D25-4275-33C6-7173-EB653EC3B976}"/>
              </a:ext>
            </a:extLst>
          </p:cNvPr>
          <p:cNvGrpSpPr/>
          <p:nvPr/>
        </p:nvGrpSpPr>
        <p:grpSpPr>
          <a:xfrm rot="5400000" flipH="1">
            <a:off x="1220100" y="2685758"/>
            <a:ext cx="230832" cy="251992"/>
            <a:chOff x="4437623" y="2066810"/>
            <a:chExt cx="230832" cy="251992"/>
          </a:xfrm>
        </p:grpSpPr>
        <p:sp>
          <p:nvSpPr>
            <p:cNvPr id="43" name="눈물 방울 42">
              <a:extLst>
                <a:ext uri="{FF2B5EF4-FFF2-40B4-BE49-F238E27FC236}">
                  <a16:creationId xmlns:a16="http://schemas.microsoft.com/office/drawing/2014/main" id="{3D94ACFB-E1FB-7448-6044-767E2EDA6A3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AA9F7447-8508-47CC-43A3-C5AD065AFF4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F2EF820F-DC1C-E3F7-5384-3F0D4A512160}"/>
              </a:ext>
            </a:extLst>
          </p:cNvPr>
          <p:cNvGrpSpPr/>
          <p:nvPr/>
        </p:nvGrpSpPr>
        <p:grpSpPr>
          <a:xfrm rot="5400000" flipH="1">
            <a:off x="1220100" y="2970562"/>
            <a:ext cx="230832" cy="251992"/>
            <a:chOff x="4437623" y="2066810"/>
            <a:chExt cx="230832" cy="251992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DB7FCF9F-CC33-D2F8-9B0B-A52022D6E71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460E0CD8-6D65-2714-0550-6FC6D9DEC59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B3E277BA-F127-8CEB-3F43-2A16D27DEF41}"/>
              </a:ext>
            </a:extLst>
          </p:cNvPr>
          <p:cNvGrpSpPr/>
          <p:nvPr/>
        </p:nvGrpSpPr>
        <p:grpSpPr>
          <a:xfrm rot="5400000" flipH="1">
            <a:off x="1220100" y="3229002"/>
            <a:ext cx="230832" cy="251992"/>
            <a:chOff x="4437623" y="2066810"/>
            <a:chExt cx="230832" cy="251992"/>
          </a:xfrm>
        </p:grpSpPr>
        <p:sp>
          <p:nvSpPr>
            <p:cNvPr id="49" name="눈물 방울 48">
              <a:extLst>
                <a:ext uri="{FF2B5EF4-FFF2-40B4-BE49-F238E27FC236}">
                  <a16:creationId xmlns:a16="http://schemas.microsoft.com/office/drawing/2014/main" id="{68546D29-9121-FE03-3504-196F5367BF1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DDCCE57A-D73D-96B0-80F5-4937376F23F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B91ECBF-D471-B96D-6364-E84EEAE152EB}"/>
              </a:ext>
            </a:extLst>
          </p:cNvPr>
          <p:cNvSpPr/>
          <p:nvPr/>
        </p:nvSpPr>
        <p:spPr>
          <a:xfrm>
            <a:off x="4953000" y="2948899"/>
            <a:ext cx="1242979" cy="328465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1D17008B-58B7-AF2A-B4A7-F92B5E3F6AD6}"/>
              </a:ext>
            </a:extLst>
          </p:cNvPr>
          <p:cNvGrpSpPr/>
          <p:nvPr/>
        </p:nvGrpSpPr>
        <p:grpSpPr>
          <a:xfrm rot="5400000" flipH="1">
            <a:off x="6245374" y="2955876"/>
            <a:ext cx="230832" cy="314510"/>
            <a:chOff x="4437624" y="2035553"/>
            <a:chExt cx="230832" cy="314510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E8F40451-BA94-6EA8-A08B-B44AA54B2AEB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9D5C6B81-67D3-3AAB-2B15-B1830C4EE752}"/>
                </a:ext>
              </a:extLst>
            </p:cNvPr>
            <p:cNvSpPr/>
            <p:nvPr/>
          </p:nvSpPr>
          <p:spPr>
            <a:xfrm rot="5400000">
              <a:off x="4395785" y="2077392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8DFB39BA-5EBD-358B-A840-2EF1465836F6}"/>
              </a:ext>
            </a:extLst>
          </p:cNvPr>
          <p:cNvGrpSpPr/>
          <p:nvPr/>
        </p:nvGrpSpPr>
        <p:grpSpPr>
          <a:xfrm rot="5400000" flipH="1">
            <a:off x="5444391" y="5332395"/>
            <a:ext cx="230832" cy="251992"/>
            <a:chOff x="4437623" y="2066810"/>
            <a:chExt cx="230832" cy="251992"/>
          </a:xfrm>
        </p:grpSpPr>
        <p:sp>
          <p:nvSpPr>
            <p:cNvPr id="58" name="눈물 방울 57">
              <a:extLst>
                <a:ext uri="{FF2B5EF4-FFF2-40B4-BE49-F238E27FC236}">
                  <a16:creationId xmlns:a16="http://schemas.microsoft.com/office/drawing/2014/main" id="{648BA44B-9E29-E2FE-EEEC-EDD5E96D5CA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D61E8399-44E0-FE6E-0864-4177311C4F5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A297E574-A015-6A10-A281-51DD6A0402BF}"/>
              </a:ext>
            </a:extLst>
          </p:cNvPr>
          <p:cNvGrpSpPr/>
          <p:nvPr/>
        </p:nvGrpSpPr>
        <p:grpSpPr>
          <a:xfrm rot="5400000" flipH="1">
            <a:off x="1220100" y="4082387"/>
            <a:ext cx="230832" cy="251992"/>
            <a:chOff x="4437624" y="2066811"/>
            <a:chExt cx="230832" cy="251992"/>
          </a:xfrm>
        </p:grpSpPr>
        <p:sp>
          <p:nvSpPr>
            <p:cNvPr id="61" name="눈물 방울 60">
              <a:extLst>
                <a:ext uri="{FF2B5EF4-FFF2-40B4-BE49-F238E27FC236}">
                  <a16:creationId xmlns:a16="http://schemas.microsoft.com/office/drawing/2014/main" id="{A303264E-EED2-628B-E7F8-B56748A9AC1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227B0DB-454C-D7AD-85C1-81DE7392B209}"/>
                </a:ext>
              </a:extLst>
            </p:cNvPr>
            <p:cNvSpPr/>
            <p:nvPr/>
          </p:nvSpPr>
          <p:spPr>
            <a:xfrm rot="5400000">
              <a:off x="4427044" y="2077391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47A3ABAF-F8F5-E288-A50A-F586DB78AA22}"/>
              </a:ext>
            </a:extLst>
          </p:cNvPr>
          <p:cNvGrpSpPr/>
          <p:nvPr/>
        </p:nvGrpSpPr>
        <p:grpSpPr>
          <a:xfrm rot="5400000" flipH="1">
            <a:off x="6721963" y="5588088"/>
            <a:ext cx="230832" cy="319318"/>
            <a:chOff x="4437623" y="2033147"/>
            <a:chExt cx="230832" cy="319318"/>
          </a:xfrm>
        </p:grpSpPr>
        <p:sp>
          <p:nvSpPr>
            <p:cNvPr id="64" name="눈물 방울 63">
              <a:extLst>
                <a:ext uri="{FF2B5EF4-FFF2-40B4-BE49-F238E27FC236}">
                  <a16:creationId xmlns:a16="http://schemas.microsoft.com/office/drawing/2014/main" id="{F4CD4B25-2188-8333-2CEC-86DEB07E2345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6E72CD7-BD89-EA3B-4F84-EE0713762133}"/>
                </a:ext>
              </a:extLst>
            </p:cNvPr>
            <p:cNvSpPr/>
            <p:nvPr/>
          </p:nvSpPr>
          <p:spPr>
            <a:xfrm rot="5400000">
              <a:off x="4393380" y="2077390"/>
              <a:ext cx="31931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5B226AA-0B02-250C-8165-440DEBA39219}"/>
              </a:ext>
            </a:extLst>
          </p:cNvPr>
          <p:cNvGrpSpPr/>
          <p:nvPr/>
        </p:nvGrpSpPr>
        <p:grpSpPr>
          <a:xfrm rot="5400000" flipH="1">
            <a:off x="66563" y="1372725"/>
            <a:ext cx="230832" cy="251992"/>
            <a:chOff x="4437623" y="2066810"/>
            <a:chExt cx="230832" cy="251992"/>
          </a:xfrm>
        </p:grpSpPr>
        <p:sp>
          <p:nvSpPr>
            <p:cNvPr id="30" name="눈물 방울 29">
              <a:extLst>
                <a:ext uri="{FF2B5EF4-FFF2-40B4-BE49-F238E27FC236}">
                  <a16:creationId xmlns:a16="http://schemas.microsoft.com/office/drawing/2014/main" id="{44185D87-6F89-950F-6393-4406392875D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6A525B8-C957-0E13-78EB-72B54D2534A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C93DA7-60D1-906B-8B0D-5C3AC098B8D1}"/>
              </a:ext>
            </a:extLst>
          </p:cNvPr>
          <p:cNvGrpSpPr/>
          <p:nvPr/>
        </p:nvGrpSpPr>
        <p:grpSpPr>
          <a:xfrm rot="5400000" flipH="1">
            <a:off x="66563" y="1633325"/>
            <a:ext cx="230832" cy="251992"/>
            <a:chOff x="4437623" y="2066810"/>
            <a:chExt cx="230832" cy="251992"/>
          </a:xfrm>
        </p:grpSpPr>
        <p:sp>
          <p:nvSpPr>
            <p:cNvPr id="33" name="눈물 방울 32">
              <a:extLst>
                <a:ext uri="{FF2B5EF4-FFF2-40B4-BE49-F238E27FC236}">
                  <a16:creationId xmlns:a16="http://schemas.microsoft.com/office/drawing/2014/main" id="{40EA85F1-1999-1BFA-B4DE-914510CFE05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CE07DF-B051-A501-9494-CF87DF05990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6B95A0CC-8F4A-A3D5-29CB-CC2FF3B11BB5}"/>
              </a:ext>
            </a:extLst>
          </p:cNvPr>
          <p:cNvGrpSpPr/>
          <p:nvPr/>
        </p:nvGrpSpPr>
        <p:grpSpPr>
          <a:xfrm rot="5400000" flipH="1">
            <a:off x="66563" y="2289624"/>
            <a:ext cx="230832" cy="251992"/>
            <a:chOff x="4437623" y="2066810"/>
            <a:chExt cx="230832" cy="251992"/>
          </a:xfrm>
        </p:grpSpPr>
        <p:sp>
          <p:nvSpPr>
            <p:cNvPr id="36" name="눈물 방울 35">
              <a:extLst>
                <a:ext uri="{FF2B5EF4-FFF2-40B4-BE49-F238E27FC236}">
                  <a16:creationId xmlns:a16="http://schemas.microsoft.com/office/drawing/2014/main" id="{72AD52DE-7A4D-3226-3004-9527950A83A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9F9CA55-3D49-514A-232A-C06E817DB20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30C0CEAA-3E33-20C0-8368-762C48B7A49F}"/>
              </a:ext>
            </a:extLst>
          </p:cNvPr>
          <p:cNvGrpSpPr/>
          <p:nvPr/>
        </p:nvGrpSpPr>
        <p:grpSpPr>
          <a:xfrm rot="5400000">
            <a:off x="6949272" y="5582795"/>
            <a:ext cx="230832" cy="333746"/>
            <a:chOff x="6369090" y="6065244"/>
            <a:chExt cx="230832" cy="333746"/>
          </a:xfrm>
        </p:grpSpPr>
        <p:sp>
          <p:nvSpPr>
            <p:cNvPr id="68" name="눈물 방울 67">
              <a:extLst>
                <a:ext uri="{FF2B5EF4-FFF2-40B4-BE49-F238E27FC236}">
                  <a16:creationId xmlns:a16="http://schemas.microsoft.com/office/drawing/2014/main" id="{AD354E71-BC5C-69CD-407C-FABDAE310326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AA262A8-1089-91A9-B987-B631B37235AF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38198A6F-DC27-CD8F-7F7A-21C478197C2C}"/>
              </a:ext>
            </a:extLst>
          </p:cNvPr>
          <p:cNvGrpSpPr/>
          <p:nvPr/>
        </p:nvGrpSpPr>
        <p:grpSpPr>
          <a:xfrm rot="5400000">
            <a:off x="5740810" y="5586803"/>
            <a:ext cx="230832" cy="325730"/>
            <a:chOff x="6369089" y="6069253"/>
            <a:chExt cx="230832" cy="325730"/>
          </a:xfrm>
        </p:grpSpPr>
        <p:sp>
          <p:nvSpPr>
            <p:cNvPr id="71" name="눈물 방울 70">
              <a:extLst>
                <a:ext uri="{FF2B5EF4-FFF2-40B4-BE49-F238E27FC236}">
                  <a16:creationId xmlns:a16="http://schemas.microsoft.com/office/drawing/2014/main" id="{12383D98-DF1C-3A64-AD05-23AE45D0D14E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4461946E-C644-83FE-82E6-93A9C39F99CB}"/>
                </a:ext>
              </a:extLst>
            </p:cNvPr>
            <p:cNvSpPr/>
            <p:nvPr/>
          </p:nvSpPr>
          <p:spPr>
            <a:xfrm rot="16200000" flipH="1">
              <a:off x="6321640" y="6116702"/>
              <a:ext cx="32573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3C827E44-13A7-1274-0ADC-EC114D44AC25}"/>
              </a:ext>
            </a:extLst>
          </p:cNvPr>
          <p:cNvGrpSpPr/>
          <p:nvPr/>
        </p:nvGrpSpPr>
        <p:grpSpPr>
          <a:xfrm rot="5400000">
            <a:off x="7175926" y="5582795"/>
            <a:ext cx="230832" cy="333746"/>
            <a:chOff x="6369090" y="6065244"/>
            <a:chExt cx="230832" cy="333746"/>
          </a:xfrm>
        </p:grpSpPr>
        <p:sp>
          <p:nvSpPr>
            <p:cNvPr id="74" name="눈물 방울 73">
              <a:extLst>
                <a:ext uri="{FF2B5EF4-FFF2-40B4-BE49-F238E27FC236}">
                  <a16:creationId xmlns:a16="http://schemas.microsoft.com/office/drawing/2014/main" id="{C905D72B-EC69-C85C-9062-09F56985D0C2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55701005-2A3F-C01A-E588-7216AC443273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A2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6D828A70-2C5F-8EDD-FDF8-59A7771C8741}"/>
              </a:ext>
            </a:extLst>
          </p:cNvPr>
          <p:cNvSpPr txBox="1"/>
          <p:nvPr/>
        </p:nvSpPr>
        <p:spPr>
          <a:xfrm>
            <a:off x="1509101" y="1963046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F64E4D7-6F1B-62E3-23C5-884A3E7D7C68}"/>
              </a:ext>
            </a:extLst>
          </p:cNvPr>
          <p:cNvSpPr/>
          <p:nvPr/>
        </p:nvSpPr>
        <p:spPr>
          <a:xfrm>
            <a:off x="3070727" y="195899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DB25CD0-4067-6C01-9F44-551CC723BC07}"/>
              </a:ext>
            </a:extLst>
          </p:cNvPr>
          <p:cNvSpPr/>
          <p:nvPr/>
        </p:nvSpPr>
        <p:spPr>
          <a:xfrm>
            <a:off x="3758309" y="1958994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4F82C84-6A42-B8ED-B863-2E0C61639E66}"/>
              </a:ext>
            </a:extLst>
          </p:cNvPr>
          <p:cNvSpPr txBox="1"/>
          <p:nvPr/>
        </p:nvSpPr>
        <p:spPr>
          <a:xfrm>
            <a:off x="2548712" y="4931235"/>
            <a:ext cx="4817589" cy="30242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97689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232385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소리내어 읽기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63402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소리내어 읽기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소리내어 읽기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101C3AA-1F5A-89D1-7DED-BCBE8E16D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0705097"/>
              </p:ext>
            </p:extLst>
          </p:nvPr>
        </p:nvGraphicFramePr>
        <p:xfrm>
          <a:off x="307975" y="1059281"/>
          <a:ext cx="7092950" cy="41571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021282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  <a:gridCol w="4918982">
                  <a:extLst>
                    <a:ext uri="{9D8B030D-6E8A-4147-A177-3AD203B41FA5}">
                      <a16:colId xmlns:a16="http://schemas.microsoft.com/office/drawing/2014/main" val="261593730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STEP 3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116508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호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11768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설정한 도서명을 표시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85464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소리내어 읽기 </a:t>
                      </a:r>
                      <a:r>
                        <a:rPr lang="en-US" altLang="ko-KR" sz="900"/>
                        <a:t>99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지시문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u="none"/>
                        <a:t>다음 글을 소리 내어 읽어 보세요</a:t>
                      </a:r>
                      <a:r>
                        <a:rPr lang="en-US" altLang="ko-KR" sz="900" u="none"/>
                        <a:t>.</a:t>
                      </a:r>
                      <a:endParaRPr lang="en-US" altLang="ko-KR" sz="900" u="none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78154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음성 파일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voice.mp3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11568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이미지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/>
                        <a:t>image1.jpg</a:t>
                      </a:r>
                      <a:endParaRPr lang="en-US" altLang="ko-KR" sz="900" u="sng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9536391"/>
                  </a:ext>
                </a:extLst>
              </a:tr>
              <a:tr h="13626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내용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“엄마한테 아침 뽀뽀도 안 해 주고 어디 갔나했어</a:t>
                      </a:r>
                      <a:r>
                        <a:rPr lang="en-US" altLang="ko-KR" sz="900"/>
                        <a:t>.” </a:t>
                      </a:r>
                    </a:p>
                    <a:p>
                      <a:pPr latinLnBrk="1"/>
                      <a:r>
                        <a:rPr lang="ko-KR" altLang="en-US" sz="900"/>
                        <a:t>엄마가 일부러 입을 삐죽 내밀었어요</a:t>
                      </a:r>
                      <a:r>
                        <a:rPr lang="en-US" altLang="ko-KR" sz="900"/>
                        <a:t>.</a:t>
                      </a:r>
                    </a:p>
                    <a:p>
                      <a:pPr latinLnBrk="1"/>
                      <a:r>
                        <a:rPr lang="en-US" altLang="ko-KR" sz="900"/>
                        <a:t>“</a:t>
                      </a:r>
                      <a:r>
                        <a:rPr lang="ko-KR" altLang="en-US" sz="900"/>
                        <a:t>조금 있다가요</a:t>
                      </a:r>
                      <a:r>
                        <a:rPr lang="en-US" altLang="ko-KR" sz="900"/>
                        <a:t>.”</a:t>
                      </a:r>
                    </a:p>
                    <a:p>
                      <a:pPr latinLnBrk="1"/>
                      <a:r>
                        <a:rPr lang="ko-KR" altLang="en-US" sz="900"/>
                        <a:t>루카가 대수롭지 않게 대답했어요</a:t>
                      </a:r>
                      <a:r>
                        <a:rPr lang="en-US" altLang="ko-KR" sz="900"/>
                        <a:t>. </a:t>
                      </a:r>
                    </a:p>
                    <a:p>
                      <a:pPr latinLnBrk="1"/>
                      <a:r>
                        <a:rPr lang="ko-KR" altLang="en-US" sz="900"/>
                        <a:t>엄마가 다시 말했어요</a:t>
                      </a:r>
                      <a:r>
                        <a:rPr lang="en-US" altLang="ko-KR" sz="900"/>
                        <a:t>.</a:t>
                      </a:r>
                    </a:p>
                    <a:p>
                      <a:pPr latinLnBrk="1"/>
                      <a:r>
                        <a:rPr lang="en-US" altLang="ko-KR" sz="900"/>
                        <a:t>“</a:t>
                      </a:r>
                      <a:r>
                        <a:rPr lang="ko-KR" altLang="en-US" sz="900"/>
                        <a:t>너 주려고 나무딸기를 땄단다</a:t>
                      </a:r>
                      <a:r>
                        <a:rPr lang="en-US" altLang="ko-KR" sz="900"/>
                        <a:t>.”</a:t>
                      </a:r>
                    </a:p>
                    <a:p>
                      <a:pPr latinLnBrk="1"/>
                      <a:r>
                        <a:rPr lang="en-US" altLang="ko-KR" sz="900"/>
                        <a:t>“</a:t>
                      </a:r>
                      <a:r>
                        <a:rPr lang="ko-KR" altLang="en-US" sz="900"/>
                        <a:t>그래요</a:t>
                      </a:r>
                      <a:r>
                        <a:rPr lang="en-US" altLang="ko-KR" sz="900"/>
                        <a:t>?”</a:t>
                      </a:r>
                    </a:p>
                    <a:p>
                      <a:pPr latinLnBrk="1"/>
                      <a:r>
                        <a:rPr lang="en-US" altLang="ko-KR" sz="900"/>
                        <a:t>“</a:t>
                      </a:r>
                      <a:r>
                        <a:rPr lang="ko-KR" altLang="en-US" sz="900"/>
                        <a:t>여기 두고 갈 테니</a:t>
                      </a:r>
                      <a:r>
                        <a:rPr lang="en-US" altLang="ko-KR" sz="900"/>
                        <a:t>, </a:t>
                      </a:r>
                      <a:r>
                        <a:rPr lang="ko-KR" altLang="en-US" sz="900"/>
                        <a:t>친구랑 나눠 먹으렴</a:t>
                      </a:r>
                      <a:r>
                        <a:rPr lang="en-US" altLang="ko-KR" sz="900"/>
                        <a:t>.”</a:t>
                      </a:r>
                    </a:p>
                    <a:p>
                      <a:pPr latinLnBrk="1"/>
                      <a:endParaRPr lang="en-US" altLang="ko-KR" sz="900"/>
                    </a:p>
                    <a:p>
                      <a:pPr latinLnBrk="1"/>
                      <a:r>
                        <a:rPr lang="ko-KR" altLang="en-US" sz="900"/>
                        <a:t>그 좋아하는 나무딸기도 본 체 만 체</a:t>
                      </a:r>
                      <a:r>
                        <a:rPr lang="en-US" altLang="ko-KR" sz="900"/>
                        <a:t>, </a:t>
                      </a:r>
                    </a:p>
                    <a:p>
                      <a:pPr latinLnBrk="1"/>
                      <a:r>
                        <a:rPr lang="ko-KR" altLang="en-US" sz="900"/>
                        <a:t>루카는 새로 생긴 친구한테서 눈길을 뗄 수가 없었어요</a:t>
                      </a:r>
                      <a:r>
                        <a:rPr lang="en-US" altLang="ko-KR" sz="900"/>
                        <a:t>.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94316"/>
                  </a:ext>
                </a:extLst>
              </a:tr>
              <a:tr h="282943">
                <a:tc vMerge="1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/>
                        <a:t>하이라이트 내용</a:t>
                      </a:r>
                      <a:endParaRPr lang="en-US" altLang="ko-KR" sz="900" b="1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루카가 대수롭지 않게 대답했어요</a:t>
                      </a:r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086178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74D4311C-5190-CBF2-60E7-BDD49CC4482D}"/>
              </a:ext>
            </a:extLst>
          </p:cNvPr>
          <p:cNvSpPr/>
          <p:nvPr/>
        </p:nvSpPr>
        <p:spPr>
          <a:xfrm>
            <a:off x="6630601" y="532792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B11845-7CBE-B72B-ADD6-F50F5EF83E95}"/>
              </a:ext>
            </a:extLst>
          </p:cNvPr>
          <p:cNvSpPr/>
          <p:nvPr/>
        </p:nvSpPr>
        <p:spPr>
          <a:xfrm>
            <a:off x="5741409" y="532792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123C9E6-BFF2-0DAC-9726-9915F472AC1C}"/>
              </a:ext>
            </a:extLst>
          </p:cNvPr>
          <p:cNvSpPr/>
          <p:nvPr/>
        </p:nvSpPr>
        <p:spPr>
          <a:xfrm>
            <a:off x="307975" y="532792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Group 134">
            <a:extLst>
              <a:ext uri="{FF2B5EF4-FFF2-40B4-BE49-F238E27FC236}">
                <a16:creationId xmlns:a16="http://schemas.microsoft.com/office/drawing/2014/main" id="{E2047B6E-597B-1AEE-090B-3CD8DA80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000815"/>
              </p:ext>
            </p:extLst>
          </p:nvPr>
        </p:nvGraphicFramePr>
        <p:xfrm>
          <a:off x="7562672" y="283032"/>
          <a:ext cx="2307098" cy="311922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학습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 목록 화면으로 이동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40744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89CB692B-A219-984D-5EC8-6255C164D318}"/>
              </a:ext>
            </a:extLst>
          </p:cNvPr>
          <p:cNvGrpSpPr/>
          <p:nvPr/>
        </p:nvGrpSpPr>
        <p:grpSpPr>
          <a:xfrm rot="5400000" flipH="1">
            <a:off x="66563" y="1089572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FFC2A25B-9939-F939-05AC-372D1321D40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CC0326C-8681-3035-B4CC-2E153BDD357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14F1EFA-72D8-5DAA-C8A3-8856C0B95A0C}"/>
              </a:ext>
            </a:extLst>
          </p:cNvPr>
          <p:cNvGrpSpPr/>
          <p:nvPr/>
        </p:nvGrpSpPr>
        <p:grpSpPr>
          <a:xfrm rot="5400000" flipH="1">
            <a:off x="66563" y="5317340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5D55DE7E-B118-FC1B-381E-E9C70305291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24AC1B9-05AF-4E26-AA50-FDE053E3DD7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8DC6F08D-8337-48CE-609D-D61095F3CA9C}"/>
              </a:ext>
            </a:extLst>
          </p:cNvPr>
          <p:cNvGrpSpPr/>
          <p:nvPr/>
        </p:nvGrpSpPr>
        <p:grpSpPr>
          <a:xfrm rot="5400000" flipH="1">
            <a:off x="5496661" y="5343087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94AB50D0-8D69-CF79-8E9E-90DD8254275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6DDC4798-1E92-3CF1-A988-841D75E732F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6D9330CE-4BE3-02CC-AADA-D70B56E38021}"/>
              </a:ext>
            </a:extLst>
          </p:cNvPr>
          <p:cNvGrpSpPr/>
          <p:nvPr/>
        </p:nvGrpSpPr>
        <p:grpSpPr>
          <a:xfrm rot="5400000" flipH="1">
            <a:off x="6907905" y="5645833"/>
            <a:ext cx="230832" cy="251992"/>
            <a:chOff x="4437623" y="2066810"/>
            <a:chExt cx="230832" cy="25199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33C3A3BC-E0DD-879A-FC4A-16E425430F23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02EF40AF-2463-3499-5E99-BBB7D463FB3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5248746-AE58-D82B-B13B-2EB978DC695D}"/>
              </a:ext>
            </a:extLst>
          </p:cNvPr>
          <p:cNvGrpSpPr/>
          <p:nvPr/>
        </p:nvGrpSpPr>
        <p:grpSpPr>
          <a:xfrm rot="5400000">
            <a:off x="577721" y="5596360"/>
            <a:ext cx="230832" cy="333746"/>
            <a:chOff x="6369090" y="6065244"/>
            <a:chExt cx="230832" cy="333746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37F82D2E-DCAF-67E4-D198-AF5FFCCB1CA8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23EAE61-130B-7C1A-0FD3-EDD053A389B8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349945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문해력 게임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08864904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409794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100969"/>
              </p:ext>
            </p:extLst>
          </p:nvPr>
        </p:nvGraphicFramePr>
        <p:xfrm>
          <a:off x="7562672" y="283032"/>
          <a:ext cx="2307098" cy="202309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전체 학습 목록을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등록이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992703"/>
              </p:ext>
            </p:extLst>
          </p:nvPr>
        </p:nvGraphicFramePr>
        <p:xfrm>
          <a:off x="307972" y="2541582"/>
          <a:ext cx="7093604" cy="23489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255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69636">
                  <a:extLst>
                    <a:ext uri="{9D8B030D-6E8A-4147-A177-3AD203B41FA5}">
                      <a16:colId xmlns:a16="http://schemas.microsoft.com/office/drawing/2014/main" val="3862586466"/>
                    </a:ext>
                  </a:extLst>
                </a:gridCol>
                <a:gridCol w="478971">
                  <a:extLst>
                    <a:ext uri="{9D8B030D-6E8A-4147-A177-3AD203B41FA5}">
                      <a16:colId xmlns:a16="http://schemas.microsoft.com/office/drawing/2014/main" val="3823084813"/>
                    </a:ext>
                  </a:extLst>
                </a:gridCol>
                <a:gridCol w="896983">
                  <a:extLst>
                    <a:ext uri="{9D8B030D-6E8A-4147-A177-3AD203B41FA5}">
                      <a16:colId xmlns:a16="http://schemas.microsoft.com/office/drawing/2014/main" val="3720955681"/>
                    </a:ext>
                  </a:extLst>
                </a:gridCol>
                <a:gridCol w="2107475">
                  <a:extLst>
                    <a:ext uri="{9D8B030D-6E8A-4147-A177-3AD203B41FA5}">
                      <a16:colId xmlns:a16="http://schemas.microsoft.com/office/drawing/2014/main" val="659054229"/>
                    </a:ext>
                  </a:extLst>
                </a:gridCol>
                <a:gridCol w="1123405">
                  <a:extLst>
                    <a:ext uri="{9D8B030D-6E8A-4147-A177-3AD203B41FA5}">
                      <a16:colId xmlns:a16="http://schemas.microsoft.com/office/drawing/2014/main" val="3399557524"/>
                    </a:ext>
                  </a:extLst>
                </a:gridCol>
                <a:gridCol w="722812">
                  <a:extLst>
                    <a:ext uri="{9D8B030D-6E8A-4147-A177-3AD203B41FA5}">
                      <a16:colId xmlns:a16="http://schemas.microsoft.com/office/drawing/2014/main" val="130955458"/>
                    </a:ext>
                  </a:extLst>
                </a:gridCol>
                <a:gridCol w="791770">
                  <a:extLst>
                    <a:ext uri="{9D8B030D-6E8A-4147-A177-3AD203B41FA5}">
                      <a16:colId xmlns:a16="http://schemas.microsoft.com/office/drawing/2014/main" val="164712942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대분류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TYPE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등록자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Step5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북 </a:t>
                      </a:r>
                      <a:r>
                        <a:rPr lang="en-US" altLang="ko-KR" sz="9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이미지를 선택하여  단어를 학습하기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문해력 게임 </a:t>
                      </a:r>
                      <a:r>
                        <a:rPr lang="en-US" altLang="ko-KR" sz="9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9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텍스트를 선택하여 단어를 학습하기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 선택하거나 쓰기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(typing)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워드 서치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선 긋기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8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메모리 게임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9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게임단계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박스 안에 이미지 넣기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문해력 게임 </a:t>
                      </a:r>
                      <a:r>
                        <a:rPr kumimoji="0"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lang="ko-KR" altLang="en-US" sz="900" u="sng" dirty="0">
                        <a:solidFill>
                          <a:srgbClr val="00206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2304187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6B3697-E38C-2CA7-F519-F0653958C517}"/>
              </a:ext>
            </a:extLst>
          </p:cNvPr>
          <p:cNvSpPr txBox="1"/>
          <p:nvPr/>
        </p:nvSpPr>
        <p:spPr>
          <a:xfrm>
            <a:off x="3664535" y="40096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FFABF0-1E4A-5751-223D-BD009FEA3717}"/>
              </a:ext>
            </a:extLst>
          </p:cNvPr>
          <p:cNvSpPr/>
          <p:nvPr/>
        </p:nvSpPr>
        <p:spPr>
          <a:xfrm>
            <a:off x="6618514" y="499639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514222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5142227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6668845"/>
              </p:ext>
            </p:extLst>
          </p:nvPr>
        </p:nvGraphicFramePr>
        <p:xfrm>
          <a:off x="3109528" y="5071670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4" name="표 6">
            <a:extLst>
              <a:ext uri="{FF2B5EF4-FFF2-40B4-BE49-F238E27FC236}">
                <a16:creationId xmlns:a16="http://schemas.microsoft.com/office/drawing/2014/main" id="{9B54AE64-0984-A412-E2DC-4995C30C66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0684206"/>
              </p:ext>
            </p:extLst>
          </p:nvPr>
        </p:nvGraphicFramePr>
        <p:xfrm>
          <a:off x="307974" y="1058092"/>
          <a:ext cx="7093604" cy="110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STEP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6252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대분류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9529129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학습제목</a:t>
                      </a:r>
                      <a:endParaRPr lang="en-US" altLang="ko-KR" sz="9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E7D741F1-1F28-CBEA-9889-418E7CA749FB}"/>
              </a:ext>
            </a:extLst>
          </p:cNvPr>
          <p:cNvSpPr txBox="1"/>
          <p:nvPr/>
        </p:nvSpPr>
        <p:spPr>
          <a:xfrm>
            <a:off x="1399575" y="1879524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3B27A31-59E0-9C61-EA87-43BB69830695}"/>
              </a:ext>
            </a:extLst>
          </p:cNvPr>
          <p:cNvSpPr/>
          <p:nvPr/>
        </p:nvSpPr>
        <p:spPr>
          <a:xfrm>
            <a:off x="6412905" y="1834632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2FB618C5-7E98-F100-A845-51A037265430}"/>
              </a:ext>
            </a:extLst>
          </p:cNvPr>
          <p:cNvGrpSpPr/>
          <p:nvPr/>
        </p:nvGrpSpPr>
        <p:grpSpPr>
          <a:xfrm>
            <a:off x="1408284" y="1159768"/>
            <a:ext cx="1879419" cy="182240"/>
            <a:chOff x="5720375" y="2134256"/>
            <a:chExt cx="1879419" cy="18224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B7D56D82-5D36-5CEA-EAE1-041026CE96E0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이등변 삼각형 28">
              <a:extLst>
                <a:ext uri="{FF2B5EF4-FFF2-40B4-BE49-F238E27FC236}">
                  <a16:creationId xmlns:a16="http://schemas.microsoft.com/office/drawing/2014/main" id="{93DADFDB-2768-305A-BF93-3631703B9CEA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D6E4196-0428-4154-2B96-E09288AE9D09}"/>
              </a:ext>
            </a:extLst>
          </p:cNvPr>
          <p:cNvSpPr txBox="1"/>
          <p:nvPr/>
        </p:nvSpPr>
        <p:spPr>
          <a:xfrm>
            <a:off x="3508100" y="1164239"/>
            <a:ext cx="364450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BOOK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346FD91-85FA-7BA0-791F-68CC967B0934}"/>
              </a:ext>
            </a:extLst>
          </p:cNvPr>
          <p:cNvGrpSpPr/>
          <p:nvPr/>
        </p:nvGrpSpPr>
        <p:grpSpPr>
          <a:xfrm>
            <a:off x="4108864" y="1158465"/>
            <a:ext cx="1276895" cy="182240"/>
            <a:chOff x="5720375" y="2134256"/>
            <a:chExt cx="1276895" cy="18224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5F7D2915-5EDA-FAE1-F55E-74C8C45BFC1A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이등변 삼각형 32">
              <a:extLst>
                <a:ext uri="{FF2B5EF4-FFF2-40B4-BE49-F238E27FC236}">
                  <a16:creationId xmlns:a16="http://schemas.microsoft.com/office/drawing/2014/main" id="{A66F021C-0C96-A2C8-E686-C4ED87EBDCFC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96F75E4E-B1CB-38C8-8699-2F1E532F9A4B}"/>
              </a:ext>
            </a:extLst>
          </p:cNvPr>
          <p:cNvSpPr txBox="1"/>
          <p:nvPr/>
        </p:nvSpPr>
        <p:spPr>
          <a:xfrm>
            <a:off x="3508100" y="1520237"/>
            <a:ext cx="30674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Type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C11B282-DAA6-9384-BD31-F4B724982666}"/>
              </a:ext>
            </a:extLst>
          </p:cNvPr>
          <p:cNvGrpSpPr/>
          <p:nvPr/>
        </p:nvGrpSpPr>
        <p:grpSpPr>
          <a:xfrm>
            <a:off x="4108864" y="1514463"/>
            <a:ext cx="1276895" cy="182240"/>
            <a:chOff x="5720375" y="2134256"/>
            <a:chExt cx="1276895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51E9DD5-0173-122C-D828-1F39FE06AFF1}"/>
                </a:ext>
              </a:extLst>
            </p:cNvPr>
            <p:cNvSpPr/>
            <p:nvPr/>
          </p:nvSpPr>
          <p:spPr>
            <a:xfrm>
              <a:off x="5720375" y="2134256"/>
              <a:ext cx="1276895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3AB6782D-20BE-9639-7512-2700BADCA091}"/>
                </a:ext>
              </a:extLst>
            </p:cNvPr>
            <p:cNvSpPr/>
            <p:nvPr/>
          </p:nvSpPr>
          <p:spPr>
            <a:xfrm flipH="1" flipV="1">
              <a:off x="6863991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47D1364-E342-9064-0B2A-159559A847F7}"/>
              </a:ext>
            </a:extLst>
          </p:cNvPr>
          <p:cNvGrpSpPr/>
          <p:nvPr/>
        </p:nvGrpSpPr>
        <p:grpSpPr>
          <a:xfrm>
            <a:off x="1408284" y="1514463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58389A2-A4A2-9F55-D75A-317045D34261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F22F574B-2D88-D2FF-4B83-D802A7B5A04D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62BF4BF6-7B65-F75C-7432-2C260E6AE1BA}"/>
              </a:ext>
            </a:extLst>
          </p:cNvPr>
          <p:cNvGrpSpPr/>
          <p:nvPr/>
        </p:nvGrpSpPr>
        <p:grpSpPr>
          <a:xfrm rot="5400000" flipH="1">
            <a:off x="66563" y="2571212"/>
            <a:ext cx="230832" cy="251992"/>
            <a:chOff x="4437623" y="2066810"/>
            <a:chExt cx="230832" cy="251992"/>
          </a:xfrm>
        </p:grpSpPr>
        <p:sp>
          <p:nvSpPr>
            <p:cNvPr id="48" name="눈물 방울 47">
              <a:extLst>
                <a:ext uri="{FF2B5EF4-FFF2-40B4-BE49-F238E27FC236}">
                  <a16:creationId xmlns:a16="http://schemas.microsoft.com/office/drawing/2014/main" id="{AAB65CA8-2794-35E7-8E09-50863FD9ABC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519598-C040-7585-D2E5-BB95F7D50A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2E63D44B-6D9A-3F6B-7346-527BAB987215}"/>
              </a:ext>
            </a:extLst>
          </p:cNvPr>
          <p:cNvGrpSpPr/>
          <p:nvPr/>
        </p:nvGrpSpPr>
        <p:grpSpPr>
          <a:xfrm rot="5400000" flipH="1">
            <a:off x="5732273" y="2821584"/>
            <a:ext cx="230832" cy="314510"/>
            <a:chOff x="4437623" y="2035551"/>
            <a:chExt cx="230832" cy="314510"/>
          </a:xfrm>
        </p:grpSpPr>
        <p:sp>
          <p:nvSpPr>
            <p:cNvPr id="51" name="눈물 방울 50">
              <a:extLst>
                <a:ext uri="{FF2B5EF4-FFF2-40B4-BE49-F238E27FC236}">
                  <a16:creationId xmlns:a16="http://schemas.microsoft.com/office/drawing/2014/main" id="{D05108BF-0228-1637-D616-267BEE822DA7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84C5EB15-7ACC-2A02-D53F-5C3F190C7157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49811724-CF38-226D-2A85-0578EA88CE04}"/>
              </a:ext>
            </a:extLst>
          </p:cNvPr>
          <p:cNvGrpSpPr/>
          <p:nvPr/>
        </p:nvGrpSpPr>
        <p:grpSpPr>
          <a:xfrm rot="5400000" flipH="1">
            <a:off x="6335257" y="5009920"/>
            <a:ext cx="230832" cy="251992"/>
            <a:chOff x="4437623" y="2066810"/>
            <a:chExt cx="230832" cy="251992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5B2B275B-BCFF-67AA-3674-91BA750947A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60DC3EA-C051-BC43-886A-B373E4B301F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63762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82631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342074"/>
              </p:ext>
            </p:extLst>
          </p:nvPr>
        </p:nvGraphicFramePr>
        <p:xfrm>
          <a:off x="7562672" y="283032"/>
          <a:ext cx="2307098" cy="6209079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오늘 날짜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Step 1~5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Book 1~12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까지 목록으로 표기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제목 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문제에 대한 지시문구를 입력하는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자까지 제한 입력하도록 구현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264893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26259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문제의 분류를 선택하기 위한 셀렉트 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대분류와 소분류를 선택 후 버튼 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하위에 해당 게임 목록 영역을 추가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7b)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대분류를 목록으로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7c)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대분류의 하위 목록을 노출하며 하위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07068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저장하지 않고 목록 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29467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입력한 내용을 저장하고 상세화면으로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53368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0586303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이상 미입력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입력항목을 확인해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 및 해당 항목에 텍스트 알럿 표시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필수항목 정상입력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내용을 저장할까요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</a:p>
                    <a:p>
                      <a:pPr marL="85725" marR="0" indent="-85725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 후 목록 화면으로 이동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476621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입력중인 내용이 저장되지 않습니다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저장없이 목록 화면 이동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업로드된 파일삭제 처리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7993181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399236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2311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676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5102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1559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먼저 대분류를 선택하세요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0568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추가할 문제 대분류를 선택하세요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5385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5385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F65C7EC9-2851-94EB-9E3A-CE1CD2A6BBFD}"/>
              </a:ext>
            </a:extLst>
          </p:cNvPr>
          <p:cNvGrpSpPr/>
          <p:nvPr/>
        </p:nvGrpSpPr>
        <p:grpSpPr>
          <a:xfrm>
            <a:off x="1509100" y="2921547"/>
            <a:ext cx="3465263" cy="219602"/>
            <a:chOff x="1509100" y="1278824"/>
            <a:chExt cx="3465263" cy="219602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7D7DF3CD-4175-3034-1C06-F486B6691499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453A604-E092-4F46-21C7-AE961A66D4DC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0D0E9457-6FBC-8EFE-97C5-4F96BB62A1AF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BC4E6297-9A19-DA34-CC6E-192866AF05F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9" name="그림 48">
                <a:extLst>
                  <a:ext uri="{FF2B5EF4-FFF2-40B4-BE49-F238E27FC236}">
                    <a16:creationId xmlns:a16="http://schemas.microsoft.com/office/drawing/2014/main" id="{97949FA5-B211-495B-D636-303DC193E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2582B77-5280-7AD0-6B3A-79C4774E13C6}"/>
              </a:ext>
            </a:extLst>
          </p:cNvPr>
          <p:cNvSpPr/>
          <p:nvPr/>
        </p:nvSpPr>
        <p:spPr>
          <a:xfrm>
            <a:off x="1509100" y="2685335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DFFAB8F-F632-38B4-133F-A7B38556A6C3}"/>
              </a:ext>
            </a:extLst>
          </p:cNvPr>
          <p:cNvSpPr/>
          <p:nvPr/>
        </p:nvSpPr>
        <p:spPr>
          <a:xfrm>
            <a:off x="5395300" y="3200345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354B8829-DE45-DB5E-E62D-D20FF8F87C21}"/>
              </a:ext>
            </a:extLst>
          </p:cNvPr>
          <p:cNvGrpSpPr/>
          <p:nvPr/>
        </p:nvGrpSpPr>
        <p:grpSpPr>
          <a:xfrm rot="5400000" flipH="1">
            <a:off x="66563" y="1066569"/>
            <a:ext cx="230832" cy="251992"/>
            <a:chOff x="4437623" y="2066810"/>
            <a:chExt cx="230832" cy="251992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56A0D96D-818A-E873-79B2-17CFB71A045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B1A127C5-3852-C6F8-2814-9627E868998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20549687-AF3D-C692-5B69-E998F84B8E2F}"/>
              </a:ext>
            </a:extLst>
          </p:cNvPr>
          <p:cNvGrpSpPr/>
          <p:nvPr/>
        </p:nvGrpSpPr>
        <p:grpSpPr>
          <a:xfrm rot="5400000" flipH="1">
            <a:off x="66563" y="1348429"/>
            <a:ext cx="230832" cy="251992"/>
            <a:chOff x="4437623" y="2066810"/>
            <a:chExt cx="230832" cy="251992"/>
          </a:xfrm>
        </p:grpSpPr>
        <p:sp>
          <p:nvSpPr>
            <p:cNvPr id="58" name="눈물 방울 57">
              <a:extLst>
                <a:ext uri="{FF2B5EF4-FFF2-40B4-BE49-F238E27FC236}">
                  <a16:creationId xmlns:a16="http://schemas.microsoft.com/office/drawing/2014/main" id="{4E3B2510-5959-5F56-5B47-4F1B867442F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44DB83E-0472-E1E9-FC0C-B136C03853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5554796A-3431-DD47-FAB1-4D9062081E2A}"/>
              </a:ext>
            </a:extLst>
          </p:cNvPr>
          <p:cNvGrpSpPr/>
          <p:nvPr/>
        </p:nvGrpSpPr>
        <p:grpSpPr>
          <a:xfrm rot="5400000" flipH="1">
            <a:off x="66563" y="1633325"/>
            <a:ext cx="230832" cy="251992"/>
            <a:chOff x="4437623" y="2066810"/>
            <a:chExt cx="230832" cy="251992"/>
          </a:xfrm>
        </p:grpSpPr>
        <p:sp>
          <p:nvSpPr>
            <p:cNvPr id="61" name="눈물 방울 60">
              <a:extLst>
                <a:ext uri="{FF2B5EF4-FFF2-40B4-BE49-F238E27FC236}">
                  <a16:creationId xmlns:a16="http://schemas.microsoft.com/office/drawing/2014/main" id="{20887CCD-CA89-8E50-DBBB-78AA5D419CB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446C8EEE-5E21-B7C5-BFC8-24FCC8A4042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748E0430-F6F1-B206-9390-6513197731EE}"/>
              </a:ext>
            </a:extLst>
          </p:cNvPr>
          <p:cNvGrpSpPr/>
          <p:nvPr/>
        </p:nvGrpSpPr>
        <p:grpSpPr>
          <a:xfrm rot="5400000" flipH="1">
            <a:off x="66563" y="2272907"/>
            <a:ext cx="230832" cy="251992"/>
            <a:chOff x="4437623" y="2066810"/>
            <a:chExt cx="230832" cy="251992"/>
          </a:xfrm>
        </p:grpSpPr>
        <p:sp>
          <p:nvSpPr>
            <p:cNvPr id="64" name="눈물 방울 63">
              <a:extLst>
                <a:ext uri="{FF2B5EF4-FFF2-40B4-BE49-F238E27FC236}">
                  <a16:creationId xmlns:a16="http://schemas.microsoft.com/office/drawing/2014/main" id="{7733432E-8D96-3636-32F8-969D7FE4907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C50580B9-8791-D4C8-01B0-2926A05CB60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63EDB9AD-F536-AA69-8253-0D59445DF279}"/>
              </a:ext>
            </a:extLst>
          </p:cNvPr>
          <p:cNvGrpSpPr/>
          <p:nvPr/>
        </p:nvGrpSpPr>
        <p:grpSpPr>
          <a:xfrm rot="5400000" flipH="1">
            <a:off x="66563" y="2630448"/>
            <a:ext cx="230832" cy="251992"/>
            <a:chOff x="4437623" y="2066810"/>
            <a:chExt cx="230832" cy="251992"/>
          </a:xfrm>
        </p:grpSpPr>
        <p:sp>
          <p:nvSpPr>
            <p:cNvPr id="67" name="눈물 방울 66">
              <a:extLst>
                <a:ext uri="{FF2B5EF4-FFF2-40B4-BE49-F238E27FC236}">
                  <a16:creationId xmlns:a16="http://schemas.microsoft.com/office/drawing/2014/main" id="{56D73D39-2153-7BA1-81C4-66BC532DE68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A794052D-19AF-68B7-7811-69D133CC414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369539A3-31CB-CB94-EDC1-E638CB73683A}"/>
              </a:ext>
            </a:extLst>
          </p:cNvPr>
          <p:cNvGrpSpPr/>
          <p:nvPr/>
        </p:nvGrpSpPr>
        <p:grpSpPr>
          <a:xfrm rot="5400000" flipH="1">
            <a:off x="66563" y="2910967"/>
            <a:ext cx="230832" cy="251992"/>
            <a:chOff x="4437623" y="2066810"/>
            <a:chExt cx="230832" cy="251992"/>
          </a:xfrm>
        </p:grpSpPr>
        <p:sp>
          <p:nvSpPr>
            <p:cNvPr id="70" name="눈물 방울 69">
              <a:extLst>
                <a:ext uri="{FF2B5EF4-FFF2-40B4-BE49-F238E27FC236}">
                  <a16:creationId xmlns:a16="http://schemas.microsoft.com/office/drawing/2014/main" id="{C3229E6D-E97F-C0BE-CF11-07A0398003C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E60625D3-DA66-03AE-E61F-83CC4001522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5D8E5E76-3FF9-8CF2-6474-1EE62066C110}"/>
              </a:ext>
            </a:extLst>
          </p:cNvPr>
          <p:cNvGrpSpPr/>
          <p:nvPr/>
        </p:nvGrpSpPr>
        <p:grpSpPr>
          <a:xfrm rot="5400000" flipH="1">
            <a:off x="5101893" y="2896063"/>
            <a:ext cx="230832" cy="314510"/>
            <a:chOff x="4437623" y="2035551"/>
            <a:chExt cx="230832" cy="314510"/>
          </a:xfrm>
        </p:grpSpPr>
        <p:sp>
          <p:nvSpPr>
            <p:cNvPr id="73" name="눈물 방울 72">
              <a:extLst>
                <a:ext uri="{FF2B5EF4-FFF2-40B4-BE49-F238E27FC236}">
                  <a16:creationId xmlns:a16="http://schemas.microsoft.com/office/drawing/2014/main" id="{7506D5C1-43A5-BB55-0881-7FE833AB7005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C77654C1-0B04-C25A-C0D9-8E8173343424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509B4ACE-68D2-EB7D-1125-EAF14909AC9D}"/>
              </a:ext>
            </a:extLst>
          </p:cNvPr>
          <p:cNvSpPr/>
          <p:nvPr/>
        </p:nvSpPr>
        <p:spPr>
          <a:xfrm>
            <a:off x="3859580" y="2871880"/>
            <a:ext cx="1242979" cy="328465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9AE5E2CB-C0D4-78CC-A657-F3A0EBD030EF}"/>
              </a:ext>
            </a:extLst>
          </p:cNvPr>
          <p:cNvGrpSpPr/>
          <p:nvPr/>
        </p:nvGrpSpPr>
        <p:grpSpPr>
          <a:xfrm rot="5400000" flipH="1">
            <a:off x="66563" y="3182472"/>
            <a:ext cx="230832" cy="251992"/>
            <a:chOff x="4437623" y="2066810"/>
            <a:chExt cx="230832" cy="251992"/>
          </a:xfrm>
        </p:grpSpPr>
        <p:sp>
          <p:nvSpPr>
            <p:cNvPr id="77" name="눈물 방울 76">
              <a:extLst>
                <a:ext uri="{FF2B5EF4-FFF2-40B4-BE49-F238E27FC236}">
                  <a16:creationId xmlns:a16="http://schemas.microsoft.com/office/drawing/2014/main" id="{81278526-1B7E-DA54-001E-4F70A7CC896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6852318F-3D75-13EF-563D-9AB80DD1A7E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5C45FB9A-294D-0593-81CA-23B4E55F32AB}"/>
              </a:ext>
            </a:extLst>
          </p:cNvPr>
          <p:cNvGrpSpPr/>
          <p:nvPr/>
        </p:nvGrpSpPr>
        <p:grpSpPr>
          <a:xfrm rot="5400000" flipH="1">
            <a:off x="6079489" y="3163801"/>
            <a:ext cx="230832" cy="314510"/>
            <a:chOff x="4437623" y="2035551"/>
            <a:chExt cx="230832" cy="314510"/>
          </a:xfrm>
        </p:grpSpPr>
        <p:sp>
          <p:nvSpPr>
            <p:cNvPr id="80" name="눈물 방울 79">
              <a:extLst>
                <a:ext uri="{FF2B5EF4-FFF2-40B4-BE49-F238E27FC236}">
                  <a16:creationId xmlns:a16="http://schemas.microsoft.com/office/drawing/2014/main" id="{FF58A0C2-9AFE-0DBC-9251-B83F52486CEE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5714A6F9-83F5-F682-6E4B-0FD08763BCBF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8C3A1269-B368-A9BE-3019-16ACB9371C6C}"/>
              </a:ext>
            </a:extLst>
          </p:cNvPr>
          <p:cNvGrpSpPr/>
          <p:nvPr/>
        </p:nvGrpSpPr>
        <p:grpSpPr>
          <a:xfrm rot="5400000" flipH="1">
            <a:off x="5503337" y="3539661"/>
            <a:ext cx="230832" cy="251992"/>
            <a:chOff x="4437623" y="2066810"/>
            <a:chExt cx="230832" cy="251992"/>
          </a:xfrm>
        </p:grpSpPr>
        <p:sp>
          <p:nvSpPr>
            <p:cNvPr id="83" name="눈물 방울 82">
              <a:extLst>
                <a:ext uri="{FF2B5EF4-FFF2-40B4-BE49-F238E27FC236}">
                  <a16:creationId xmlns:a16="http://schemas.microsoft.com/office/drawing/2014/main" id="{89A96670-AC47-0753-C673-8E50F1A5AB0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265ABE6D-E2AC-51D5-B03E-876E627865E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160703F5-7DF8-7169-F3CE-ADBED7894670}"/>
              </a:ext>
            </a:extLst>
          </p:cNvPr>
          <p:cNvGrpSpPr/>
          <p:nvPr/>
        </p:nvGrpSpPr>
        <p:grpSpPr>
          <a:xfrm rot="5400000" flipH="1">
            <a:off x="6781909" y="3836749"/>
            <a:ext cx="230832" cy="251992"/>
            <a:chOff x="4437623" y="2066810"/>
            <a:chExt cx="230832" cy="251992"/>
          </a:xfrm>
        </p:grpSpPr>
        <p:sp>
          <p:nvSpPr>
            <p:cNvPr id="89" name="눈물 방울 88">
              <a:extLst>
                <a:ext uri="{FF2B5EF4-FFF2-40B4-BE49-F238E27FC236}">
                  <a16:creationId xmlns:a16="http://schemas.microsoft.com/office/drawing/2014/main" id="{4E41E545-9417-84D5-540B-45607D171983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E3E0D106-9094-AD77-6D77-A49908B7D27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6B9A2DC-4B64-AAB1-20A5-013D7C5FF2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9790933"/>
              </p:ext>
            </p:extLst>
          </p:nvPr>
        </p:nvGraphicFramePr>
        <p:xfrm>
          <a:off x="273797" y="4448587"/>
          <a:ext cx="3629970" cy="1945672"/>
        </p:xfrm>
        <a:graphic>
          <a:graphicData uri="http://schemas.openxmlformats.org/drawingml/2006/table">
            <a:tbl>
              <a:tblPr firstCol="1" bandRow="1">
                <a:tableStyleId>{5940675A-B579-460E-94D1-54222C63F5DA}</a:tableStyleId>
              </a:tblPr>
              <a:tblGrid>
                <a:gridCol w="1547981">
                  <a:extLst>
                    <a:ext uri="{9D8B030D-6E8A-4147-A177-3AD203B41FA5}">
                      <a16:colId xmlns:a16="http://schemas.microsoft.com/office/drawing/2014/main" val="50472251"/>
                    </a:ext>
                  </a:extLst>
                </a:gridCol>
                <a:gridCol w="2081989">
                  <a:extLst>
                    <a:ext uri="{9D8B030D-6E8A-4147-A177-3AD203B41FA5}">
                      <a16:colId xmlns:a16="http://schemas.microsoft.com/office/drawing/2014/main" val="86706388"/>
                    </a:ext>
                  </a:extLst>
                </a:gridCol>
              </a:tblGrid>
              <a:tr h="1580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대분류</a:t>
                      </a:r>
                    </a:p>
                  </a:txBody>
                  <a:tcPr marL="113049" marR="113049" marT="56524" marB="56524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형태</a:t>
                      </a:r>
                    </a:p>
                  </a:txBody>
                  <a:tcPr marL="113049" marR="113049" marT="56524" marB="56524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7656506"/>
                  </a:ext>
                </a:extLst>
              </a:tr>
              <a:tr h="301673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준비운동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이미지를 선택하여  단어를 학습하기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50732" marR="150732" marT="75365" marB="75365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016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텍스트를 선택하여 단어를 학습하기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50732" marR="150732" marT="75365" marB="75365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게임도전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13049" marR="113049" marT="56524" marB="56524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선택하거나 쓰기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(typing)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50732" marR="150732" marT="75365" marB="7536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150732" marR="150732" marT="75365" marB="75365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워드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서치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 긋기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50732" marR="150732" marT="75365" marB="7536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51589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메모리 게임</a:t>
                      </a:r>
                    </a:p>
                  </a:txBody>
                  <a:tcPr marL="150732" marR="150732" marT="75365" marB="7536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13049" marR="113049" marT="56524" marB="56524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 안에 이미지 넣기</a:t>
                      </a:r>
                    </a:p>
                  </a:txBody>
                  <a:tcPr marL="150732" marR="150732" marT="75365" marB="7536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45E6FDCB-C21D-84CB-3977-6DB08ED8CCCA}"/>
              </a:ext>
            </a:extLst>
          </p:cNvPr>
          <p:cNvGrpSpPr/>
          <p:nvPr/>
        </p:nvGrpSpPr>
        <p:grpSpPr>
          <a:xfrm rot="5400000" flipH="1">
            <a:off x="766745" y="4180921"/>
            <a:ext cx="230832" cy="324128"/>
            <a:chOff x="4437624" y="2030743"/>
            <a:chExt cx="230832" cy="324128"/>
          </a:xfrm>
        </p:grpSpPr>
        <p:sp>
          <p:nvSpPr>
            <p:cNvPr id="6" name="눈물 방울 5">
              <a:extLst>
                <a:ext uri="{FF2B5EF4-FFF2-40B4-BE49-F238E27FC236}">
                  <a16:creationId xmlns:a16="http://schemas.microsoft.com/office/drawing/2014/main" id="{974FE7FC-B4CE-F9CE-62D4-4FB00F5823C5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57301CF-9132-C490-0418-19FE80220620}"/>
                </a:ext>
              </a:extLst>
            </p:cNvPr>
            <p:cNvSpPr/>
            <p:nvPr/>
          </p:nvSpPr>
          <p:spPr>
            <a:xfrm rot="5400000">
              <a:off x="4390976" y="2077391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FF06FF29-ABFB-72C5-5BCF-4EA8AA7EA0ED}"/>
              </a:ext>
            </a:extLst>
          </p:cNvPr>
          <p:cNvGrpSpPr/>
          <p:nvPr/>
        </p:nvGrpSpPr>
        <p:grpSpPr>
          <a:xfrm rot="5400000" flipH="1">
            <a:off x="2333393" y="4188936"/>
            <a:ext cx="230832" cy="308098"/>
            <a:chOff x="4437623" y="2038757"/>
            <a:chExt cx="230832" cy="308098"/>
          </a:xfrm>
        </p:grpSpPr>
        <p:sp>
          <p:nvSpPr>
            <p:cNvPr id="9" name="눈물 방울 8">
              <a:extLst>
                <a:ext uri="{FF2B5EF4-FFF2-40B4-BE49-F238E27FC236}">
                  <a16:creationId xmlns:a16="http://schemas.microsoft.com/office/drawing/2014/main" id="{C9B6044E-39F4-F812-DEFE-569AD5895295}"/>
                </a:ext>
              </a:extLst>
            </p:cNvPr>
            <p:cNvSpPr/>
            <p:nvPr/>
          </p:nvSpPr>
          <p:spPr>
            <a:xfrm rot="135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1E7063A-9144-A1E7-3791-C3365903858A}"/>
                </a:ext>
              </a:extLst>
            </p:cNvPr>
            <p:cNvSpPr/>
            <p:nvPr/>
          </p:nvSpPr>
          <p:spPr>
            <a:xfrm rot="5400000">
              <a:off x="4398990" y="2077390"/>
              <a:ext cx="3080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7c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305A5ECE-302D-550F-65BE-CFAA63C673F3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BC20099-962C-3434-840A-592DDB0B6510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4502A30-A510-CD73-580E-620C172E5582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376601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375798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1839490"/>
              </p:ext>
            </p:extLst>
          </p:nvPr>
        </p:nvGraphicFramePr>
        <p:xfrm>
          <a:off x="7562672" y="283032"/>
          <a:ext cx="2307098" cy="223786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소분류의 유형에 따라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영역에 입력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소분류에서 선택 시 노출되는 게임 정보 설정 목록화면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팝업으로 정보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9941595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73929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40310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613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198701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1078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이미지를 선택하여 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0087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5385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5385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3754464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상세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0238619-D986-249E-79E7-DF7045A763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742056"/>
              </p:ext>
            </p:extLst>
          </p:nvPr>
        </p:nvGraphicFramePr>
        <p:xfrm>
          <a:off x="307975" y="4003161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435972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7E2B65-C054-819F-E76D-C878AD6344E8}"/>
              </a:ext>
            </a:extLst>
          </p:cNvPr>
          <p:cNvGrpSpPr/>
          <p:nvPr/>
        </p:nvGrpSpPr>
        <p:grpSpPr>
          <a:xfrm>
            <a:off x="1509100" y="2915146"/>
            <a:ext cx="3465263" cy="219602"/>
            <a:chOff x="1509100" y="1278824"/>
            <a:chExt cx="3465263" cy="219602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4D017E6B-EBF1-F141-7042-EE983740D41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5E9ADAD-B47F-341E-7F4F-E64C8EB848B3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A99C07FA-DA70-8025-8B3F-40A1F344CC0F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45ED1FB9-0852-7902-A24D-F96309E3563C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1A5D36F5-AF4D-B0FE-68C3-AFAA782C6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BD8E5E3-E03B-60A4-9212-845CCA986F2C}"/>
              </a:ext>
            </a:extLst>
          </p:cNvPr>
          <p:cNvSpPr/>
          <p:nvPr/>
        </p:nvSpPr>
        <p:spPr>
          <a:xfrm>
            <a:off x="1509100" y="2678934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6BE694D-B8AE-C1B9-BBBF-785EAEEC45C0}"/>
              </a:ext>
            </a:extLst>
          </p:cNvPr>
          <p:cNvSpPr/>
          <p:nvPr/>
        </p:nvSpPr>
        <p:spPr>
          <a:xfrm>
            <a:off x="5395300" y="319394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687F784-C278-C64D-B819-6DB05FE4D8E7}"/>
              </a:ext>
            </a:extLst>
          </p:cNvPr>
          <p:cNvGrpSpPr/>
          <p:nvPr/>
        </p:nvGrpSpPr>
        <p:grpSpPr>
          <a:xfrm rot="5400000" flipH="1">
            <a:off x="66563" y="3672183"/>
            <a:ext cx="230832" cy="314510"/>
            <a:chOff x="4437623" y="2035551"/>
            <a:chExt cx="230832" cy="314510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086BF675-771C-98E2-5EB4-8067CFC8964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17D11EA4-D6DB-73D4-DC68-6BF6B30C5EF3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A35FB2D-E951-8010-851B-EAE57AE2FA7F}"/>
              </a:ext>
            </a:extLst>
          </p:cNvPr>
          <p:cNvGrpSpPr/>
          <p:nvPr/>
        </p:nvGrpSpPr>
        <p:grpSpPr>
          <a:xfrm rot="5400000" flipH="1">
            <a:off x="6079491" y="3188659"/>
            <a:ext cx="230832" cy="251992"/>
            <a:chOff x="4437624" y="2066809"/>
            <a:chExt cx="230832" cy="251992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2E26C462-EFF4-839D-35ED-9693103D8C89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7D525E5-B1F7-DF63-1B73-F46F6270FAD8}"/>
                </a:ext>
              </a:extLst>
            </p:cNvPr>
            <p:cNvSpPr/>
            <p:nvPr/>
          </p:nvSpPr>
          <p:spPr>
            <a:xfrm rot="5400000">
              <a:off x="4427044" y="2077389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ECD289B-85A5-F96D-FD2A-961FE69E29F8}"/>
              </a:ext>
            </a:extLst>
          </p:cNvPr>
          <p:cNvGrpSpPr/>
          <p:nvPr/>
        </p:nvGrpSpPr>
        <p:grpSpPr>
          <a:xfrm rot="5400000" flipH="1">
            <a:off x="6377410" y="4330733"/>
            <a:ext cx="230832" cy="251992"/>
            <a:chOff x="4437623" y="2066810"/>
            <a:chExt cx="230832" cy="251992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577088B3-90E7-3AB8-AFD3-9ACE8DA472F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768A7E8F-82A4-6477-7A3A-C1D06008E45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093A636-CE1A-B8E5-052A-8BD76B8C2EDC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A3F91D7-363E-A51C-D7BA-F654A18FB0E5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FEAE364-8B9B-D277-E69F-4CE0A7C374AE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09914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9DE23AA4-B3FF-C0B7-818A-8C9C338146EB}"/>
              </a:ext>
            </a:extLst>
          </p:cNvPr>
          <p:cNvGrpSpPr/>
          <p:nvPr/>
        </p:nvGrpSpPr>
        <p:grpSpPr>
          <a:xfrm>
            <a:off x="1509100" y="2659152"/>
            <a:ext cx="3465263" cy="219602"/>
            <a:chOff x="1509100" y="1278824"/>
            <a:chExt cx="3465263" cy="21960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762EB13-8326-4280-33FA-EFF1C0A7F8B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89E91E2-322B-F4B7-9A24-2B4808B1F95A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20A8C715-FBE0-B8E9-49DA-D411E009068B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7A8AD26F-3BDD-0960-F77F-653DADF3C03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4" name="그림 63">
                <a:extLst>
                  <a:ext uri="{FF2B5EF4-FFF2-40B4-BE49-F238E27FC236}">
                    <a16:creationId xmlns:a16="http://schemas.microsoft.com/office/drawing/2014/main" id="{7047ADBB-F7AD-F024-1C89-1EB6D70DC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3717EBE-F4A9-6274-B8E0-E55F4E50EBE8}"/>
              </a:ext>
            </a:extLst>
          </p:cNvPr>
          <p:cNvSpPr/>
          <p:nvPr/>
        </p:nvSpPr>
        <p:spPr>
          <a:xfrm>
            <a:off x="1509100" y="242294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9412359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7784753"/>
              </p:ext>
            </p:extLst>
          </p:nvPr>
        </p:nvGraphicFramePr>
        <p:xfrm>
          <a:off x="7562672" y="283032"/>
          <a:ext cx="2307098" cy="3567300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단어를 입력할 수 있는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모두 입력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별도의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정보를 본 페이지에 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81789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569291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669329"/>
              </p:ext>
            </p:extLst>
          </p:nvPr>
        </p:nvGraphicFramePr>
        <p:xfrm>
          <a:off x="307975" y="1059281"/>
          <a:ext cx="7092950" cy="2124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020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62742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645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768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1942707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2956453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이미지를 선택하여 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2955462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299232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29923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3755833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0238619-D986-249E-79E7-DF7045A763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256106"/>
              </p:ext>
            </p:extLst>
          </p:nvPr>
        </p:nvGraphicFramePr>
        <p:xfrm>
          <a:off x="307975" y="4004530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436109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3699FFF0-2D41-D5F1-AD45-598EC88B5191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CB158A-6A35-403F-BE86-CA4014216C16}"/>
              </a:ext>
            </a:extLst>
          </p:cNvPr>
          <p:cNvSpPr/>
          <p:nvPr/>
        </p:nvSpPr>
        <p:spPr bwMode="auto">
          <a:xfrm>
            <a:off x="770316" y="1103030"/>
            <a:ext cx="6328367" cy="247619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7BC67A4-C1BB-00E3-0117-534C2F1B4279}"/>
              </a:ext>
            </a:extLst>
          </p:cNvPr>
          <p:cNvSpPr txBox="1"/>
          <p:nvPr/>
        </p:nvSpPr>
        <p:spPr>
          <a:xfrm>
            <a:off x="887192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항목 추가</a:t>
            </a:r>
            <a:endParaRPr lang="ko-KR" altLang="en-US" sz="1400" b="1" dirty="0">
              <a:latin typeface="+mn-ea"/>
              <a:ea typeface="+mn-ea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B3F1AE1-9379-F8BE-10FA-DD39E3AFB92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4D59AADA-896F-E92A-B767-C3EA9B72BD73}"/>
              </a:ext>
            </a:extLst>
          </p:cNvPr>
          <p:cNvSpPr/>
          <p:nvPr/>
        </p:nvSpPr>
        <p:spPr>
          <a:xfrm>
            <a:off x="6089278" y="3222114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3E34797-BDD8-A107-0A9E-15425E0FE89E}"/>
              </a:ext>
            </a:extLst>
          </p:cNvPr>
          <p:cNvSpPr/>
          <p:nvPr/>
        </p:nvSpPr>
        <p:spPr>
          <a:xfrm>
            <a:off x="5200086" y="322211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18F10D0-F27D-B65D-435A-6EAA983B20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0399234"/>
              </p:ext>
            </p:extLst>
          </p:nvPr>
        </p:nvGraphicFramePr>
        <p:xfrm>
          <a:off x="919980" y="1723168"/>
          <a:ext cx="5940264" cy="1350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7779">
                  <a:extLst>
                    <a:ext uri="{9D8B030D-6E8A-4147-A177-3AD203B41FA5}">
                      <a16:colId xmlns:a16="http://schemas.microsoft.com/office/drawing/2014/main" val="2555494119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2310166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이미지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9860858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791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510891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EF6E0D60-414C-C18E-4138-5D80AE9CDE6A}"/>
              </a:ext>
            </a:extLst>
          </p:cNvPr>
          <p:cNvSpPr/>
          <p:nvPr/>
        </p:nvSpPr>
        <p:spPr>
          <a:xfrm>
            <a:off x="2278158" y="1766658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F1F9D02-D0D3-5B1B-215A-30B9F1F6C4AD}"/>
              </a:ext>
            </a:extLst>
          </p:cNvPr>
          <p:cNvGrpSpPr/>
          <p:nvPr/>
        </p:nvGrpSpPr>
        <p:grpSpPr>
          <a:xfrm>
            <a:off x="2278158" y="2288423"/>
            <a:ext cx="3465263" cy="219602"/>
            <a:chOff x="1509100" y="1278824"/>
            <a:chExt cx="3465263" cy="21960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47915741-9701-BF18-B1C7-AAE6431E1AE1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BAC9032-68F4-EE0D-B7A0-373F264953D8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D2551974-F037-4909-3927-BCF129F7EB04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B49AA7AC-F759-832A-3611-43A8935188C8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4" name="그림 43">
                <a:extLst>
                  <a:ext uri="{FF2B5EF4-FFF2-40B4-BE49-F238E27FC236}">
                    <a16:creationId xmlns:a16="http://schemas.microsoft.com/office/drawing/2014/main" id="{39F9C5F7-4106-798F-ABDD-33DCFA337C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F1F1F8C8-99B7-706D-0F2C-429E8E2FC58E}"/>
              </a:ext>
            </a:extLst>
          </p:cNvPr>
          <p:cNvGrpSpPr/>
          <p:nvPr/>
        </p:nvGrpSpPr>
        <p:grpSpPr>
          <a:xfrm>
            <a:off x="2278158" y="2822429"/>
            <a:ext cx="3465263" cy="219602"/>
            <a:chOff x="1509100" y="1278824"/>
            <a:chExt cx="3465263" cy="219602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CE5024B8-4168-C298-2F18-E0564200739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35D5142-461E-C77C-F072-DC24104CEE3E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EE868725-4B54-9A47-01FD-32401C56E8E4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57" name="직사각형 56">
                <a:extLst>
                  <a:ext uri="{FF2B5EF4-FFF2-40B4-BE49-F238E27FC236}">
                    <a16:creationId xmlns:a16="http://schemas.microsoft.com/office/drawing/2014/main" id="{2FEC37ED-21B9-2504-4CF4-666C9498BD4F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58" name="그림 57">
                <a:extLst>
                  <a:ext uri="{FF2B5EF4-FFF2-40B4-BE49-F238E27FC236}">
                    <a16:creationId xmlns:a16="http://schemas.microsoft.com/office/drawing/2014/main" id="{0FCE9A52-0D35-C49E-0D66-7B82DAADCB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4CA22DBB-9EDA-3141-D6C8-F2C8F53604FE}"/>
              </a:ext>
            </a:extLst>
          </p:cNvPr>
          <p:cNvGrpSpPr/>
          <p:nvPr/>
        </p:nvGrpSpPr>
        <p:grpSpPr>
          <a:xfrm>
            <a:off x="2278158" y="2024570"/>
            <a:ext cx="3760559" cy="227895"/>
            <a:chOff x="1509100" y="1658487"/>
            <a:chExt cx="3760559" cy="227895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5D0FB77-FD12-02EB-D758-37D51CF9285B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EBF566BE-C9D3-4D1B-75E2-287CBE4DCB8F}"/>
                </a:ext>
              </a:extLst>
            </p:cNvPr>
            <p:cNvGrpSpPr/>
            <p:nvPr/>
          </p:nvGrpSpPr>
          <p:grpSpPr>
            <a:xfrm>
              <a:off x="4234861" y="1670938"/>
              <a:ext cx="1034798" cy="215444"/>
              <a:chOff x="3840505" y="3503775"/>
              <a:chExt cx="1034798" cy="215444"/>
            </a:xfrm>
          </p:grpSpPr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FFCB3C47-9FE1-D84B-E225-880D284353A9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72" name="그림 71">
                <a:extLst>
                  <a:ext uri="{FF2B5EF4-FFF2-40B4-BE49-F238E27FC236}">
                    <a16:creationId xmlns:a16="http://schemas.microsoft.com/office/drawing/2014/main" id="{DF3810C1-8CD0-94EE-9FC2-0CD2F63BE6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A2636511-0921-846E-AE07-0C0B18EEBAB6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A5DFCE0-612A-78AA-518B-AF7102378545}"/>
              </a:ext>
            </a:extLst>
          </p:cNvPr>
          <p:cNvGrpSpPr/>
          <p:nvPr/>
        </p:nvGrpSpPr>
        <p:grpSpPr>
          <a:xfrm>
            <a:off x="2278158" y="2564728"/>
            <a:ext cx="3760559" cy="227895"/>
            <a:chOff x="1509100" y="1658487"/>
            <a:chExt cx="3760559" cy="227895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56A7C134-42C6-B70E-8F65-FBE2368D7ABC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03124F36-4B2E-3DCA-CC67-ADFE6D3AA610}"/>
                </a:ext>
              </a:extLst>
            </p:cNvPr>
            <p:cNvGrpSpPr/>
            <p:nvPr/>
          </p:nvGrpSpPr>
          <p:grpSpPr>
            <a:xfrm>
              <a:off x="4234861" y="1670938"/>
              <a:ext cx="1034798" cy="215444"/>
              <a:chOff x="3840505" y="3503775"/>
              <a:chExt cx="1034798" cy="215444"/>
            </a:xfrm>
          </p:grpSpPr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22F01C14-AC79-04DA-7D04-71C948BD7525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78" name="그림 77">
                <a:extLst>
                  <a:ext uri="{FF2B5EF4-FFF2-40B4-BE49-F238E27FC236}">
                    <a16:creationId xmlns:a16="http://schemas.microsoft.com/office/drawing/2014/main" id="{51748426-27A9-188C-F313-95FB94FA6B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718C2464-426B-3335-6A37-2007569A5E26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1572E04B-0F0B-4C68-5869-1DFBBFA625F1}"/>
              </a:ext>
            </a:extLst>
          </p:cNvPr>
          <p:cNvGrpSpPr/>
          <p:nvPr/>
        </p:nvGrpSpPr>
        <p:grpSpPr>
          <a:xfrm rot="5400000" flipH="1">
            <a:off x="6329297" y="1352813"/>
            <a:ext cx="230832" cy="251992"/>
            <a:chOff x="4437623" y="2066810"/>
            <a:chExt cx="230832" cy="251992"/>
          </a:xfrm>
        </p:grpSpPr>
        <p:sp>
          <p:nvSpPr>
            <p:cNvPr id="86" name="눈물 방울 85">
              <a:extLst>
                <a:ext uri="{FF2B5EF4-FFF2-40B4-BE49-F238E27FC236}">
                  <a16:creationId xmlns:a16="http://schemas.microsoft.com/office/drawing/2014/main" id="{013F3A05-7A0F-099E-62C2-4118BB83133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8EE995DB-795F-1999-A068-EE8703EB10A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CC014DBD-AACA-90E7-DD6C-7B75DDDDBFF3}"/>
              </a:ext>
            </a:extLst>
          </p:cNvPr>
          <p:cNvGrpSpPr/>
          <p:nvPr/>
        </p:nvGrpSpPr>
        <p:grpSpPr>
          <a:xfrm rot="5400000" flipH="1">
            <a:off x="4933426" y="3209099"/>
            <a:ext cx="230832" cy="251992"/>
            <a:chOff x="4437623" y="2066810"/>
            <a:chExt cx="230832" cy="251992"/>
          </a:xfrm>
        </p:grpSpPr>
        <p:sp>
          <p:nvSpPr>
            <p:cNvPr id="89" name="눈물 방울 88">
              <a:extLst>
                <a:ext uri="{FF2B5EF4-FFF2-40B4-BE49-F238E27FC236}">
                  <a16:creationId xmlns:a16="http://schemas.microsoft.com/office/drawing/2014/main" id="{7D5872DF-785B-8659-5A34-CB254F14081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EC71EC05-E3D9-B5AD-7DEB-ED8436BA044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2B03B2B2-9EA3-CEE3-3BC6-A5AD43679670}"/>
              </a:ext>
            </a:extLst>
          </p:cNvPr>
          <p:cNvGrpSpPr/>
          <p:nvPr/>
        </p:nvGrpSpPr>
        <p:grpSpPr>
          <a:xfrm rot="5400000" flipH="1">
            <a:off x="650152" y="1708110"/>
            <a:ext cx="230832" cy="251992"/>
            <a:chOff x="4437623" y="2066810"/>
            <a:chExt cx="230832" cy="251992"/>
          </a:xfrm>
        </p:grpSpPr>
        <p:sp>
          <p:nvSpPr>
            <p:cNvPr id="92" name="눈물 방울 91">
              <a:extLst>
                <a:ext uri="{FF2B5EF4-FFF2-40B4-BE49-F238E27FC236}">
                  <a16:creationId xmlns:a16="http://schemas.microsoft.com/office/drawing/2014/main" id="{355DE426-5AA4-0521-03F4-D2CFF257222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7B8065B4-CA9A-8C0E-30B7-133E9625974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8BFE58AC-37D9-C5DE-3988-DC5AAAA2FC3A}"/>
              </a:ext>
            </a:extLst>
          </p:cNvPr>
          <p:cNvGrpSpPr/>
          <p:nvPr/>
        </p:nvGrpSpPr>
        <p:grpSpPr>
          <a:xfrm rot="5400000" flipH="1">
            <a:off x="650152" y="2002911"/>
            <a:ext cx="230832" cy="251992"/>
            <a:chOff x="4437623" y="2066810"/>
            <a:chExt cx="230832" cy="251992"/>
          </a:xfrm>
        </p:grpSpPr>
        <p:sp>
          <p:nvSpPr>
            <p:cNvPr id="95" name="눈물 방울 94">
              <a:extLst>
                <a:ext uri="{FF2B5EF4-FFF2-40B4-BE49-F238E27FC236}">
                  <a16:creationId xmlns:a16="http://schemas.microsoft.com/office/drawing/2014/main" id="{420D473C-6C81-035A-DF5F-1198DB307CC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82AB2AF7-777E-90C8-78FA-4B013912DFB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49BA0C59-3E6D-6FC9-5DE5-ED68A21625ED}"/>
              </a:ext>
            </a:extLst>
          </p:cNvPr>
          <p:cNvGrpSpPr/>
          <p:nvPr/>
        </p:nvGrpSpPr>
        <p:grpSpPr>
          <a:xfrm rot="5400000" flipH="1">
            <a:off x="650152" y="2251373"/>
            <a:ext cx="230832" cy="251992"/>
            <a:chOff x="4437623" y="2066810"/>
            <a:chExt cx="230832" cy="251992"/>
          </a:xfrm>
        </p:grpSpPr>
        <p:sp>
          <p:nvSpPr>
            <p:cNvPr id="98" name="눈물 방울 97">
              <a:extLst>
                <a:ext uri="{FF2B5EF4-FFF2-40B4-BE49-F238E27FC236}">
                  <a16:creationId xmlns:a16="http://schemas.microsoft.com/office/drawing/2014/main" id="{837DC955-3CA1-BAE0-A8FC-0673C6CC37B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EF39A0AA-43F5-7DA8-66A4-51FBA492171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3968F27B-785E-D893-373E-6AAFCE23282E}"/>
              </a:ext>
            </a:extLst>
          </p:cNvPr>
          <p:cNvGrpSpPr/>
          <p:nvPr/>
        </p:nvGrpSpPr>
        <p:grpSpPr>
          <a:xfrm rot="5400000" flipH="1">
            <a:off x="6121927" y="1998754"/>
            <a:ext cx="230832" cy="314510"/>
            <a:chOff x="4437623" y="2035551"/>
            <a:chExt cx="230832" cy="314510"/>
          </a:xfrm>
        </p:grpSpPr>
        <p:sp>
          <p:nvSpPr>
            <p:cNvPr id="104" name="눈물 방울 103">
              <a:extLst>
                <a:ext uri="{FF2B5EF4-FFF2-40B4-BE49-F238E27FC236}">
                  <a16:creationId xmlns:a16="http://schemas.microsoft.com/office/drawing/2014/main" id="{ED67CA99-BF45-D397-EBAF-A42CF755AC09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105CFA0C-3B50-8209-5070-308710104841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E3DAAFA-C7BE-65C2-C385-0F5B2A6AD63B}"/>
              </a:ext>
            </a:extLst>
          </p:cNvPr>
          <p:cNvSpPr/>
          <p:nvPr/>
        </p:nvSpPr>
        <p:spPr>
          <a:xfrm>
            <a:off x="4819454" y="1992108"/>
            <a:ext cx="1242979" cy="328465"/>
          </a:xfrm>
          <a:prstGeom prst="rect">
            <a:avLst/>
          </a:prstGeom>
          <a:noFill/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6897B0FE-9977-4B75-20BE-CC60FE76A8FC}"/>
              </a:ext>
            </a:extLst>
          </p:cNvPr>
          <p:cNvGrpSpPr/>
          <p:nvPr/>
        </p:nvGrpSpPr>
        <p:grpSpPr>
          <a:xfrm rot="5400000" flipH="1">
            <a:off x="6907905" y="3194779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34C627A5-93C7-5FEF-6876-EBA02C8BFA6A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35F9F9E-70AE-3338-7865-5DC5E6A10CD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794B37BF-1C9F-187A-B99B-E38C2306DD1C}"/>
              </a:ext>
            </a:extLst>
          </p:cNvPr>
          <p:cNvGrpSpPr/>
          <p:nvPr/>
        </p:nvGrpSpPr>
        <p:grpSpPr>
          <a:xfrm rot="5400000">
            <a:off x="6367606" y="3489468"/>
            <a:ext cx="230832" cy="333746"/>
            <a:chOff x="6369090" y="6065244"/>
            <a:chExt cx="230832" cy="333746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53BD092A-8454-07BF-A45D-0F4AA6724CA2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BE9D27A-A91A-A99B-3DA6-C7D98D57F671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196219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7493059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8442102"/>
              </p:ext>
            </p:extLst>
          </p:nvPr>
        </p:nvGraphicFramePr>
        <p:xfrm>
          <a:off x="7562672" y="283032"/>
          <a:ext cx="2307098" cy="303784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게임 정보를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목록에서도 삭제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팝업으로 정보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5039428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78521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9516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9787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이미지를 선택하여 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8796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2566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2566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19167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상세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569900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90185C2-C304-B1CA-6291-907356CDB7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8534976"/>
              </p:ext>
            </p:extLst>
          </p:nvPr>
        </p:nvGraphicFramePr>
        <p:xfrm>
          <a:off x="307975" y="4252694"/>
          <a:ext cx="7092950" cy="1350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1628976559"/>
                    </a:ext>
                  </a:extLst>
                </a:gridCol>
                <a:gridCol w="1297779">
                  <a:extLst>
                    <a:ext uri="{9D8B030D-6E8A-4147-A177-3AD203B41FA5}">
                      <a16:colId xmlns:a16="http://schemas.microsoft.com/office/drawing/2014/main" val="2600580026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83665422"/>
                    </a:ext>
                  </a:extLst>
                </a:gridCol>
              </a:tblGrid>
              <a:tr h="0">
                <a:tc rowSpan="5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안무가</a:t>
                      </a:r>
                      <a:endParaRPr lang="en-US" altLang="ko-KR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433147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이미지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q1.jpg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695976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q1_voice.mp3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105649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q1_image.jpg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496919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q1_voice2.mp3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476656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52D079AC-32C4-2926-0CA7-F10976048F0D}"/>
              </a:ext>
            </a:extLst>
          </p:cNvPr>
          <p:cNvSpPr/>
          <p:nvPr/>
        </p:nvSpPr>
        <p:spPr>
          <a:xfrm>
            <a:off x="307975" y="569900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99ACE4A-3D74-5DCD-66D7-08FF0E39F9B1}"/>
              </a:ext>
            </a:extLst>
          </p:cNvPr>
          <p:cNvSpPr/>
          <p:nvPr/>
        </p:nvSpPr>
        <p:spPr>
          <a:xfrm>
            <a:off x="5748967" y="569900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5961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89749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475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271D457A-08FD-52FD-FA34-BF7583B1EB9E}"/>
              </a:ext>
            </a:extLst>
          </p:cNvPr>
          <p:cNvGrpSpPr/>
          <p:nvPr/>
        </p:nvGrpSpPr>
        <p:grpSpPr>
          <a:xfrm rot="5400000" flipH="1">
            <a:off x="66563" y="4238711"/>
            <a:ext cx="230832" cy="251992"/>
            <a:chOff x="4437623" y="2066810"/>
            <a:chExt cx="230832" cy="251992"/>
          </a:xfrm>
        </p:grpSpPr>
        <p:sp>
          <p:nvSpPr>
            <p:cNvPr id="66" name="눈물 방울 65">
              <a:extLst>
                <a:ext uri="{FF2B5EF4-FFF2-40B4-BE49-F238E27FC236}">
                  <a16:creationId xmlns:a16="http://schemas.microsoft.com/office/drawing/2014/main" id="{CEF6BB66-3FE5-B24D-0684-6B45B96BC0C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B5C89346-4431-DAAB-4FEC-D4E4393628E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13D76AD3-49DE-A50D-630F-6D778730656E}"/>
              </a:ext>
            </a:extLst>
          </p:cNvPr>
          <p:cNvGrpSpPr/>
          <p:nvPr/>
        </p:nvGrpSpPr>
        <p:grpSpPr>
          <a:xfrm rot="5400000" flipH="1">
            <a:off x="66563" y="5688421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05C60F40-18A9-B8B6-CA4F-A0C78522DFC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4F11D39C-FA1D-7C55-EA77-1FF606F47D1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A65D341-353A-46D3-55D2-B5BF06A95B44}"/>
              </a:ext>
            </a:extLst>
          </p:cNvPr>
          <p:cNvGrpSpPr/>
          <p:nvPr/>
        </p:nvGrpSpPr>
        <p:grpSpPr>
          <a:xfrm rot="5400000" flipH="1">
            <a:off x="5496661" y="5714168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C4AE6BF4-1E99-1D6F-00F3-98FC25DDE90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6E9B95E5-95D2-599A-C9C7-0244E584461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D43B3C13-C99B-64A2-3C80-DFEDC5EA96A0}"/>
              </a:ext>
            </a:extLst>
          </p:cNvPr>
          <p:cNvGrpSpPr/>
          <p:nvPr/>
        </p:nvGrpSpPr>
        <p:grpSpPr>
          <a:xfrm rot="5400000" flipH="1">
            <a:off x="6907905" y="5979839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60A006B9-E27D-C201-06BB-3F07999242DF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3F70BA47-6222-EE40-756C-570B4A7FF3E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1EC9DD9-C8F2-7620-F19F-CBC0C5F38CF8}"/>
              </a:ext>
            </a:extLst>
          </p:cNvPr>
          <p:cNvGrpSpPr/>
          <p:nvPr/>
        </p:nvGrpSpPr>
        <p:grpSpPr>
          <a:xfrm rot="5400000">
            <a:off x="577721" y="5747262"/>
            <a:ext cx="230832" cy="333746"/>
            <a:chOff x="6369090" y="6065244"/>
            <a:chExt cx="230832" cy="333746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E9C900A1-3C0E-408B-B342-773BDA40F848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42F81AB4-68CF-7EBE-0B5B-DE8913C6DBEA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AC4222FC-E0F8-1720-51ED-8757F98342E7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CCED0D7-E56C-87DB-CFD6-D1E9F1BD2E1B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952E43A-CE9A-B325-EC11-162711C53F71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63024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7641C-A508-4488-9A13-382B8A96D9AB}"/>
              </a:ext>
            </a:extLst>
          </p:cNvPr>
          <p:cNvSpPr/>
          <p:nvPr/>
        </p:nvSpPr>
        <p:spPr>
          <a:xfrm>
            <a:off x="2066680" y="1360835"/>
            <a:ext cx="5304589" cy="41423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083" b="1" dirty="0">
                <a:solidFill>
                  <a:schemeClr val="tx1"/>
                </a:solidFill>
              </a:rPr>
              <a:t>낱말을 클릭하면 뜻을 확인할 수 있습니다</a:t>
            </a:r>
            <a:r>
              <a:rPr lang="en-US" altLang="ko-KR" sz="1083" b="1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56</a:t>
            </a:fld>
            <a:endParaRPr lang="ko-KR" altLang="en-US"/>
          </a:p>
        </p:txBody>
      </p:sp>
      <p:sp>
        <p:nvSpPr>
          <p:cNvPr id="11" name="제목 10"/>
          <p:cNvSpPr>
            <a:spLocks noGrp="1"/>
          </p:cNvSpPr>
          <p:nvPr>
            <p:ph type="title"/>
          </p:nvPr>
        </p:nvSpPr>
        <p:spPr>
          <a:xfrm>
            <a:off x="381124" y="130269"/>
            <a:ext cx="4571876" cy="475664"/>
          </a:xfrm>
        </p:spPr>
        <p:txBody>
          <a:bodyPr/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이미지를 선택하여  단어를 학습하기</a:t>
            </a:r>
            <a:endParaRPr lang="ko-KR" altLang="en-US" dirty="0"/>
          </a:p>
        </p:txBody>
      </p:sp>
      <p:pic>
        <p:nvPicPr>
          <p:cNvPr id="1028" name="Picture 4" descr="https://lh4.googleusercontent.com/7EFXRjV_CkDmPWY6crIsaFlzL33ftEpHxG821zCS-NEriyKlw33xmsHjhL6vHuJbvwrDiroyszaXfWqUW1DnwSNvBJoL33w10CJRwu_xlu-5RV8wMIYezaOaM5Uicg2aZ0atuDR-KHHUvsHCNjlISQ=s204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4905" y="1993111"/>
            <a:ext cx="1950217" cy="20451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/>
          <p:cNvSpPr/>
          <p:nvPr/>
        </p:nvSpPr>
        <p:spPr>
          <a:xfrm>
            <a:off x="4650668" y="2071119"/>
            <a:ext cx="838691" cy="359009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pPr algn="ctr"/>
            <a:r>
              <a:rPr lang="ko-KR" altLang="en-US" sz="1733" b="1" dirty="0"/>
              <a:t>안무가</a:t>
            </a:r>
          </a:p>
        </p:txBody>
      </p:sp>
      <p:sp>
        <p:nvSpPr>
          <p:cNvPr id="26" name="화살표: 오른쪽 5">
            <a:extLst>
              <a:ext uri="{FF2B5EF4-FFF2-40B4-BE49-F238E27FC236}">
                <a16:creationId xmlns:a16="http://schemas.microsoft.com/office/drawing/2014/main" id="{A6B87814-158D-47E5-99CA-B108A8B2B929}"/>
              </a:ext>
            </a:extLst>
          </p:cNvPr>
          <p:cNvSpPr/>
          <p:nvPr/>
        </p:nvSpPr>
        <p:spPr>
          <a:xfrm>
            <a:off x="7851449" y="3138945"/>
            <a:ext cx="390044" cy="468052"/>
          </a:xfrm>
          <a:prstGeom prst="rightArrow">
            <a:avLst/>
          </a:prstGeom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사각형: 둥근 모서리 2">
            <a:extLst>
              <a:ext uri="{FF2B5EF4-FFF2-40B4-BE49-F238E27FC236}">
                <a16:creationId xmlns:a16="http://schemas.microsoft.com/office/drawing/2014/main" id="{C0EF6587-2272-412C-A147-BCD00B17B485}"/>
              </a:ext>
            </a:extLst>
          </p:cNvPr>
          <p:cNvSpPr/>
          <p:nvPr/>
        </p:nvSpPr>
        <p:spPr>
          <a:xfrm>
            <a:off x="1130576" y="4858742"/>
            <a:ext cx="7597984" cy="917016"/>
          </a:xfrm>
          <a:prstGeom prst="roundRect">
            <a:avLst>
              <a:gd name="adj" fmla="val 20916"/>
            </a:avLst>
          </a:prstGeom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17" dirty="0"/>
          </a:p>
        </p:txBody>
      </p:sp>
      <p:sp>
        <p:nvSpPr>
          <p:cNvPr id="28" name="모서리가 둥근 직사각형 12">
            <a:extLst>
              <a:ext uri="{FF2B5EF4-FFF2-40B4-BE49-F238E27FC236}">
                <a16:creationId xmlns:a16="http://schemas.microsoft.com/office/drawing/2014/main" id="{5A1BCC53-C02B-4BD9-A7B5-F424CEAAE408}"/>
              </a:ext>
            </a:extLst>
          </p:cNvPr>
          <p:cNvSpPr/>
          <p:nvPr/>
        </p:nvSpPr>
        <p:spPr>
          <a:xfrm>
            <a:off x="5889104" y="5075982"/>
            <a:ext cx="1193235" cy="54376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28575">
            <a:solidFill>
              <a:srgbClr val="685086"/>
            </a:solidFill>
            <a:prstDash val="sysDash"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 dirty="0"/>
              <a:t>안무가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1208584" y="4566324"/>
            <a:ext cx="516564" cy="516564"/>
            <a:chOff x="3901539" y="2076100"/>
            <a:chExt cx="476828" cy="476828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897E1EB3-F5E6-4D3B-BE1F-4D9B67DF3051}"/>
                </a:ext>
              </a:extLst>
            </p:cNvPr>
            <p:cNvSpPr/>
            <p:nvPr/>
          </p:nvSpPr>
          <p:spPr>
            <a:xfrm>
              <a:off x="3901539" y="2076100"/>
              <a:ext cx="476828" cy="47682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CDEA4D49-9551-4A82-BD21-0FD0D412D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001497" y="2166100"/>
              <a:ext cx="276912" cy="2866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31" name="화살표: 오른쪽 5">
            <a:extLst>
              <a:ext uri="{FF2B5EF4-FFF2-40B4-BE49-F238E27FC236}">
                <a16:creationId xmlns:a16="http://schemas.microsoft.com/office/drawing/2014/main" id="{A6B87814-158D-47E5-99CA-B108A8B2B929}"/>
              </a:ext>
            </a:extLst>
          </p:cNvPr>
          <p:cNvSpPr/>
          <p:nvPr/>
        </p:nvSpPr>
        <p:spPr>
          <a:xfrm flipH="1">
            <a:off x="1850491" y="3102061"/>
            <a:ext cx="432376" cy="468052"/>
          </a:xfrm>
          <a:prstGeom prst="rightArrow">
            <a:avLst/>
          </a:prstGeom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/>
          <p:cNvSpPr/>
          <p:nvPr/>
        </p:nvSpPr>
        <p:spPr>
          <a:xfrm>
            <a:off x="1208584" y="5107547"/>
            <a:ext cx="4758529" cy="4174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625" dirty="0">
                <a:solidFill>
                  <a:schemeClr val="bg1"/>
                </a:solidFill>
                <a:latin typeface="+mn-ea"/>
              </a:rPr>
              <a:t>춤의 형태나 진행을 전문적으로 창작하는 사람을</a:t>
            </a:r>
          </a:p>
        </p:txBody>
      </p:sp>
      <p:sp>
        <p:nvSpPr>
          <p:cNvPr id="32" name="직사각형 31"/>
          <p:cNvSpPr/>
          <p:nvPr/>
        </p:nvSpPr>
        <p:spPr>
          <a:xfrm>
            <a:off x="7260355" y="5106803"/>
            <a:ext cx="1447526" cy="4174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625" dirty="0">
                <a:solidFill>
                  <a:schemeClr val="bg1"/>
                </a:solidFill>
                <a:latin typeface="+mn-ea"/>
              </a:rPr>
              <a:t>라고 합니다</a:t>
            </a:r>
            <a:r>
              <a:rPr lang="en-US" altLang="ko-KR" sz="1625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1625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030" name="Picture 6" descr="https://lh4.googleusercontent.com/S7uZ_Yg0W2MFwKU01tWxLcZ2ZnFAS4XsIwkxi3nwUcjW4t7tyoAJ2YtWnBoC2viS-up1Ebi6HPXxmX2I02y2cf3ocywpvzlf-HX3d1-zZW0a9zlSSdw5XXFQefBZKQ9X4WIJUtqkKbu2Z56XX8MIag=s204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12740" y="2660056"/>
            <a:ext cx="1256686" cy="13520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https://lh5.googleusercontent.com/ecrJK_9SDXiUGP09rKLyu5DIT1-G8fjicXKAYi_dfyd4ySIn4UR854R3lCJQCqzZFuCaeHEzBqRc4Bu3r7wjyKr387YJSgEi19r6xHxyS3RdWMqmwzZTFFcanGosZZywU_POdZhd9l_rYEJCCd_5pw=s204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1130" y="2750930"/>
            <a:ext cx="1203964" cy="1291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0" name="직선 화살표 연결선 19"/>
          <p:cNvCxnSpPr/>
          <p:nvPr/>
        </p:nvCxnSpPr>
        <p:spPr>
          <a:xfrm>
            <a:off x="5421052" y="2882939"/>
            <a:ext cx="3744416" cy="1159119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9009451" y="4099530"/>
            <a:ext cx="997389" cy="4592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92" dirty="0"/>
              <a:t>클릭 시</a:t>
            </a:r>
            <a:endParaRPr lang="en-US" altLang="ko-KR" sz="1192" dirty="0"/>
          </a:p>
          <a:p>
            <a:r>
              <a:rPr lang="ko-KR" altLang="en-US" sz="1192" dirty="0"/>
              <a:t>해당 사운드</a:t>
            </a:r>
          </a:p>
        </p:txBody>
      </p:sp>
    </p:spTree>
    <p:extLst>
      <p:ext uri="{BB962C8B-B14F-4D97-AF65-F5344CB8AC3E}">
        <p14:creationId xmlns:p14="http://schemas.microsoft.com/office/powerpoint/2010/main" val="417608779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23576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58887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9178900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44100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40310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613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11305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23682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텍스트를 선택하여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22691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646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646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23062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0238619-D986-249E-79E7-DF7045A763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675490"/>
              </p:ext>
            </p:extLst>
          </p:nvPr>
        </p:nvGraphicFramePr>
        <p:xfrm>
          <a:off x="307975" y="4271759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4628326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7E2B65-C054-819F-E76D-C878AD6344E8}"/>
              </a:ext>
            </a:extLst>
          </p:cNvPr>
          <p:cNvGrpSpPr/>
          <p:nvPr/>
        </p:nvGrpSpPr>
        <p:grpSpPr>
          <a:xfrm>
            <a:off x="1509100" y="2927750"/>
            <a:ext cx="3465263" cy="219602"/>
            <a:chOff x="1509100" y="1278824"/>
            <a:chExt cx="3465263" cy="219602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4D017E6B-EBF1-F141-7042-EE983740D41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5E9ADAD-B47F-341E-7F4F-E64C8EB848B3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A99C07FA-DA70-8025-8B3F-40A1F344CC0F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45ED1FB9-0852-7902-A24D-F96309E3563C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1A5D36F5-AF4D-B0FE-68C3-AFAA782C6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BD8E5E3-E03B-60A4-9212-845CCA986F2C}"/>
              </a:ext>
            </a:extLst>
          </p:cNvPr>
          <p:cNvSpPr/>
          <p:nvPr/>
        </p:nvSpPr>
        <p:spPr>
          <a:xfrm>
            <a:off x="1509100" y="2691538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6BE694D-B8AE-C1B9-BBBF-785EAEEC45C0}"/>
              </a:ext>
            </a:extLst>
          </p:cNvPr>
          <p:cNvSpPr/>
          <p:nvPr/>
        </p:nvSpPr>
        <p:spPr>
          <a:xfrm>
            <a:off x="5395300" y="3206548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58DD796-3F15-1E53-45E5-E9D55D8E8719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C4E449D-C51B-5235-C632-1F720D3A9247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60876AD-3475-14E6-B29D-E3DF3A757EAB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49002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9DE23AA4-B3FF-C0B7-818A-8C9C338146EB}"/>
              </a:ext>
            </a:extLst>
          </p:cNvPr>
          <p:cNvGrpSpPr/>
          <p:nvPr/>
        </p:nvGrpSpPr>
        <p:grpSpPr>
          <a:xfrm>
            <a:off x="1509100" y="2659152"/>
            <a:ext cx="3465263" cy="219602"/>
            <a:chOff x="1509100" y="1278824"/>
            <a:chExt cx="3465263" cy="21960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762EB13-8326-4280-33FA-EFF1C0A7F8B0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89E91E2-322B-F4B7-9A24-2B4808B1F95A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20A8C715-FBE0-B8E9-49DA-D411E009068B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7A8AD26F-3BDD-0960-F77F-653DADF3C03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4" name="그림 63">
                <a:extLst>
                  <a:ext uri="{FF2B5EF4-FFF2-40B4-BE49-F238E27FC236}">
                    <a16:creationId xmlns:a16="http://schemas.microsoft.com/office/drawing/2014/main" id="{7047ADBB-F7AD-F024-1C89-1EB6D70DC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3717EBE-F4A9-6274-B8E0-E55F4E50EBE8}"/>
              </a:ext>
            </a:extLst>
          </p:cNvPr>
          <p:cNvSpPr/>
          <p:nvPr/>
        </p:nvSpPr>
        <p:spPr>
          <a:xfrm>
            <a:off x="1509100" y="242294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881918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5283468"/>
              </p:ext>
            </p:extLst>
          </p:nvPr>
        </p:nvGraphicFramePr>
        <p:xfrm>
          <a:off x="7562672" y="283032"/>
          <a:ext cx="2307098" cy="42233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단어를 입력할 수 있는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단어를 입력할 수 있는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1000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이미지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 추가 완료 시 생성되는 영역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추가한 파일의 이름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확장자명 포함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표시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첨부된 파일을 삭제 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00029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55830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모두 입력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별도의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정보를 본 페이지에 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60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44035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1059281"/>
          <a:ext cx="7092950" cy="2124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0208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62742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645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768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1942707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2956453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이미지를 선택하여 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2955462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299232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299232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3755833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0238619-D986-249E-79E7-DF7045A7632F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4004530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436109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3699FFF0-2D41-D5F1-AD45-598EC88B5191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CB158A-6A35-403F-BE86-CA4014216C16}"/>
              </a:ext>
            </a:extLst>
          </p:cNvPr>
          <p:cNvSpPr/>
          <p:nvPr/>
        </p:nvSpPr>
        <p:spPr bwMode="auto">
          <a:xfrm>
            <a:off x="770316" y="1103030"/>
            <a:ext cx="6328367" cy="283293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7BC67A4-C1BB-00E3-0117-534C2F1B4279}"/>
              </a:ext>
            </a:extLst>
          </p:cNvPr>
          <p:cNvSpPr txBox="1"/>
          <p:nvPr/>
        </p:nvSpPr>
        <p:spPr>
          <a:xfrm>
            <a:off x="887192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항목 추가</a:t>
            </a:r>
            <a:endParaRPr lang="ko-KR" altLang="en-US" sz="1400" b="1" dirty="0">
              <a:latin typeface="+mn-ea"/>
              <a:ea typeface="+mn-ea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4B3F1AE1-9379-F8BE-10FA-DD39E3AFB92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4D59AADA-896F-E92A-B767-C3EA9B72BD73}"/>
              </a:ext>
            </a:extLst>
          </p:cNvPr>
          <p:cNvSpPr/>
          <p:nvPr/>
        </p:nvSpPr>
        <p:spPr>
          <a:xfrm>
            <a:off x="6089278" y="3479889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3E34797-BDD8-A107-0A9E-15425E0FE89E}"/>
              </a:ext>
            </a:extLst>
          </p:cNvPr>
          <p:cNvSpPr/>
          <p:nvPr/>
        </p:nvSpPr>
        <p:spPr>
          <a:xfrm>
            <a:off x="5200086" y="3479889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A6BD89C4-417A-650B-9BC7-6C3D8BBAF8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103016"/>
              </p:ext>
            </p:extLst>
          </p:nvPr>
        </p:nvGraphicFramePr>
        <p:xfrm>
          <a:off x="919980" y="1723168"/>
          <a:ext cx="5940264" cy="1620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7779">
                  <a:extLst>
                    <a:ext uri="{9D8B030D-6E8A-4147-A177-3AD203B41FA5}">
                      <a16:colId xmlns:a16="http://schemas.microsoft.com/office/drawing/2014/main" val="2555494119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2310166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9860858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955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791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5108910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BD717747-C1F9-3169-9AC3-37E395186BFB}"/>
              </a:ext>
            </a:extLst>
          </p:cNvPr>
          <p:cNvSpPr/>
          <p:nvPr/>
        </p:nvSpPr>
        <p:spPr>
          <a:xfrm>
            <a:off x="2278158" y="1766658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A1F59785-DE4E-B53E-08A9-E1DF2027AC74}"/>
              </a:ext>
            </a:extLst>
          </p:cNvPr>
          <p:cNvGrpSpPr/>
          <p:nvPr/>
        </p:nvGrpSpPr>
        <p:grpSpPr>
          <a:xfrm>
            <a:off x="2278158" y="2836009"/>
            <a:ext cx="3760559" cy="227895"/>
            <a:chOff x="1509100" y="1658487"/>
            <a:chExt cx="3760559" cy="227895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F25E9D4-7620-8697-1040-B3D4253726E4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6C179981-6F9A-66B5-B65C-DEC9EBFD0AE0}"/>
                </a:ext>
              </a:extLst>
            </p:cNvPr>
            <p:cNvGrpSpPr/>
            <p:nvPr/>
          </p:nvGrpSpPr>
          <p:grpSpPr>
            <a:xfrm>
              <a:off x="4234861" y="1670938"/>
              <a:ext cx="1034798" cy="215444"/>
              <a:chOff x="3840505" y="3503775"/>
              <a:chExt cx="1034798" cy="215444"/>
            </a:xfrm>
          </p:grpSpPr>
          <p:sp>
            <p:nvSpPr>
              <p:cNvPr id="72" name="직사각형 71">
                <a:extLst>
                  <a:ext uri="{FF2B5EF4-FFF2-40B4-BE49-F238E27FC236}">
                    <a16:creationId xmlns:a16="http://schemas.microsoft.com/office/drawing/2014/main" id="{E2A60115-F6BD-46CD-253F-E149E8624BE0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73" name="그림 72">
                <a:extLst>
                  <a:ext uri="{FF2B5EF4-FFF2-40B4-BE49-F238E27FC236}">
                    <a16:creationId xmlns:a16="http://schemas.microsoft.com/office/drawing/2014/main" id="{9ABA2641-4D6B-0379-9126-94974CDCF8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B4A14071-8DDE-4575-5031-9A7CD2EEB322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7E71006A-5313-6E86-FDDA-A993101AF5F9}"/>
              </a:ext>
            </a:extLst>
          </p:cNvPr>
          <p:cNvGrpSpPr/>
          <p:nvPr/>
        </p:nvGrpSpPr>
        <p:grpSpPr>
          <a:xfrm>
            <a:off x="2278158" y="2009742"/>
            <a:ext cx="3465263" cy="219602"/>
            <a:chOff x="1509100" y="1278824"/>
            <a:chExt cx="3465263" cy="219602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2EBFBD18-EBB3-1B13-FACF-43E7E20D22F4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A83E1D1-3113-6AF9-87CC-EFBF6F90B65A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E94E293B-A599-E663-2361-BA7B640DD203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F600C2FC-2B94-4851-63B2-1573A7587E98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79" name="그림 78">
                <a:extLst>
                  <a:ext uri="{FF2B5EF4-FFF2-40B4-BE49-F238E27FC236}">
                    <a16:creationId xmlns:a16="http://schemas.microsoft.com/office/drawing/2014/main" id="{A78C68EB-23C3-E653-2A25-4F5B7CCB2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FA11D403-5B98-76F7-0FAB-F6EEAF6525C9}"/>
              </a:ext>
            </a:extLst>
          </p:cNvPr>
          <p:cNvGrpSpPr/>
          <p:nvPr/>
        </p:nvGrpSpPr>
        <p:grpSpPr>
          <a:xfrm>
            <a:off x="2278158" y="2555832"/>
            <a:ext cx="3465263" cy="219602"/>
            <a:chOff x="1509100" y="1278824"/>
            <a:chExt cx="3465263" cy="219602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DEAAD9A1-1E29-7EC1-FA77-EB4D57AD5CD1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D82E055-70DC-41DA-55D6-DE874C48ECB5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DAF95105-F08D-2EB8-56D3-CBC11770FDC7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967F40DD-06AE-CE55-6621-1D74C634223A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85" name="그림 84">
                <a:extLst>
                  <a:ext uri="{FF2B5EF4-FFF2-40B4-BE49-F238E27FC236}">
                    <a16:creationId xmlns:a16="http://schemas.microsoft.com/office/drawing/2014/main" id="{F9034C58-B358-D4A8-E8A3-635A7FE38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35D288D9-FB9D-4C5E-E9E1-7EA7D860DA85}"/>
              </a:ext>
            </a:extLst>
          </p:cNvPr>
          <p:cNvGrpSpPr/>
          <p:nvPr/>
        </p:nvGrpSpPr>
        <p:grpSpPr>
          <a:xfrm>
            <a:off x="2278158" y="3116059"/>
            <a:ext cx="3465263" cy="219602"/>
            <a:chOff x="1509100" y="1278824"/>
            <a:chExt cx="3465263" cy="219602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0279CC3C-F2C1-E65B-6BEB-557CC26A1964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0BCE19E-08C1-841D-A026-C845CC5C472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A891C52-DBEB-7551-0194-36671B098B0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90" name="직사각형 89">
                <a:extLst>
                  <a:ext uri="{FF2B5EF4-FFF2-40B4-BE49-F238E27FC236}">
                    <a16:creationId xmlns:a16="http://schemas.microsoft.com/office/drawing/2014/main" id="{38088424-8EF5-DD97-1DBB-4EB32F3DCCB5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347A1F16-A181-27E9-18DB-9F67F91322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4867050B-62A8-2186-5FAB-4DAA95DF1C66}"/>
              </a:ext>
            </a:extLst>
          </p:cNvPr>
          <p:cNvSpPr/>
          <p:nvPr/>
        </p:nvSpPr>
        <p:spPr>
          <a:xfrm>
            <a:off x="2278158" y="2307132"/>
            <a:ext cx="4536980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E1CBC9E5-DB6C-D016-4701-7AB508BBB1B5}"/>
              </a:ext>
            </a:extLst>
          </p:cNvPr>
          <p:cNvGrpSpPr/>
          <p:nvPr/>
        </p:nvGrpSpPr>
        <p:grpSpPr>
          <a:xfrm rot="5400000" flipH="1">
            <a:off x="6329297" y="1352371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8785C954-548A-902C-760B-D11749B1146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CED76AC-27EF-FC59-8A54-7E62604D9FF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AB5C4EC-681E-4B52-972A-1BCF152E784D}"/>
              </a:ext>
            </a:extLst>
          </p:cNvPr>
          <p:cNvGrpSpPr/>
          <p:nvPr/>
        </p:nvGrpSpPr>
        <p:grpSpPr>
          <a:xfrm rot="5400000" flipH="1">
            <a:off x="4933426" y="3461570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DF285DA4-0C4F-1235-13A2-872452695F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1838AFD3-F456-FB50-3571-A90B6BE3045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44F2E2CA-B5D6-F933-D33E-28AC1CCB630A}"/>
              </a:ext>
            </a:extLst>
          </p:cNvPr>
          <p:cNvGrpSpPr/>
          <p:nvPr/>
        </p:nvGrpSpPr>
        <p:grpSpPr>
          <a:xfrm rot="5400000" flipH="1">
            <a:off x="6907905" y="3447250"/>
            <a:ext cx="230832" cy="251992"/>
            <a:chOff x="4437623" y="2066810"/>
            <a:chExt cx="230832" cy="251992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709B9A7F-9F9A-90D1-99F2-F3100D731444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36FD830B-A320-0307-8991-23E29B9992C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03EAE95E-166A-930F-1A84-9300682C6765}"/>
              </a:ext>
            </a:extLst>
          </p:cNvPr>
          <p:cNvGrpSpPr/>
          <p:nvPr/>
        </p:nvGrpSpPr>
        <p:grpSpPr>
          <a:xfrm rot="5400000">
            <a:off x="6367606" y="3741939"/>
            <a:ext cx="230832" cy="333746"/>
            <a:chOff x="6369090" y="6065244"/>
            <a:chExt cx="230832" cy="333746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94B65380-F0D3-3540-9C30-207DB1C0BC7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B812503E-8B30-31BE-78FD-458538338DF0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ACA74CE1-8F1C-004F-BDCD-66676ED63EE6}"/>
              </a:ext>
            </a:extLst>
          </p:cNvPr>
          <p:cNvGrpSpPr/>
          <p:nvPr/>
        </p:nvGrpSpPr>
        <p:grpSpPr>
          <a:xfrm rot="5400000" flipH="1">
            <a:off x="650152" y="1708110"/>
            <a:ext cx="230832" cy="251992"/>
            <a:chOff x="4437623" y="2066810"/>
            <a:chExt cx="230832" cy="251992"/>
          </a:xfrm>
        </p:grpSpPr>
        <p:sp>
          <p:nvSpPr>
            <p:cNvPr id="44" name="눈물 방울 43">
              <a:extLst>
                <a:ext uri="{FF2B5EF4-FFF2-40B4-BE49-F238E27FC236}">
                  <a16:creationId xmlns:a16="http://schemas.microsoft.com/office/drawing/2014/main" id="{4124FA02-5D45-B809-9AFA-A265EADF3BB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18293A58-018F-C73A-1619-A199ABEB267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A00D195E-5D29-D8F2-BE60-3BEA39A192D5}"/>
              </a:ext>
            </a:extLst>
          </p:cNvPr>
          <p:cNvGrpSpPr/>
          <p:nvPr/>
        </p:nvGrpSpPr>
        <p:grpSpPr>
          <a:xfrm rot="5400000" flipH="1">
            <a:off x="650152" y="2002911"/>
            <a:ext cx="230832" cy="251992"/>
            <a:chOff x="4437623" y="2066810"/>
            <a:chExt cx="230832" cy="251992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E90397F2-3818-1FF4-04AA-6E8CEE87334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3DBD874-A5B2-D803-CD54-AC49ECB8783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8E1EEE9B-66FC-E09C-D274-BFCC4BDCAD1A}"/>
              </a:ext>
            </a:extLst>
          </p:cNvPr>
          <p:cNvGrpSpPr/>
          <p:nvPr/>
        </p:nvGrpSpPr>
        <p:grpSpPr>
          <a:xfrm rot="5400000" flipH="1">
            <a:off x="650152" y="2251373"/>
            <a:ext cx="230832" cy="251992"/>
            <a:chOff x="4437623" y="2066810"/>
            <a:chExt cx="230832" cy="251992"/>
          </a:xfrm>
        </p:grpSpPr>
        <p:sp>
          <p:nvSpPr>
            <p:cNvPr id="50" name="눈물 방울 49">
              <a:extLst>
                <a:ext uri="{FF2B5EF4-FFF2-40B4-BE49-F238E27FC236}">
                  <a16:creationId xmlns:a16="http://schemas.microsoft.com/office/drawing/2014/main" id="{827CA34A-0AA1-F108-FBA6-70A2C76A1F3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1A7C2B06-F854-4589-1775-D4E33D6025D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24F160D-523A-2F05-238F-BF093C0EDEDB}"/>
              </a:ext>
            </a:extLst>
          </p:cNvPr>
          <p:cNvGrpSpPr/>
          <p:nvPr/>
        </p:nvGrpSpPr>
        <p:grpSpPr>
          <a:xfrm rot="5400000" flipH="1">
            <a:off x="650152" y="2530260"/>
            <a:ext cx="230832" cy="251992"/>
            <a:chOff x="4437623" y="2066810"/>
            <a:chExt cx="230832" cy="251992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9B341921-8953-2E39-0F20-20C91BF42C3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7EBE1236-FA27-7089-C21C-40175BD825D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685944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800087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6482292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7431538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13411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23682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텍스트를 선택하여 단어를 학습하기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22691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준비운동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(1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646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646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23062"/>
            <a:ext cx="252850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상세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 dirty="0">
              <a:latin typeface="+mn-ea"/>
              <a:ea typeface="+mn-ea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00DF858-28BF-8559-204F-92EF83DEC015}"/>
              </a:ext>
            </a:extLst>
          </p:cNvPr>
          <p:cNvSpPr/>
          <p:nvPr/>
        </p:nvSpPr>
        <p:spPr>
          <a:xfrm>
            <a:off x="6638159" y="595733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90185C2-C304-B1CA-6291-907356CDB7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7785487"/>
              </p:ext>
            </p:extLst>
          </p:nvPr>
        </p:nvGraphicFramePr>
        <p:xfrm>
          <a:off x="307975" y="4256589"/>
          <a:ext cx="7092950" cy="1620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1628976559"/>
                    </a:ext>
                  </a:extLst>
                </a:gridCol>
                <a:gridCol w="1297779">
                  <a:extLst>
                    <a:ext uri="{9D8B030D-6E8A-4147-A177-3AD203B41FA5}">
                      <a16:colId xmlns:a16="http://schemas.microsoft.com/office/drawing/2014/main" val="2600580026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83665422"/>
                    </a:ext>
                  </a:extLst>
                </a:gridCol>
              </a:tblGrid>
              <a:tr h="0">
                <a:tc rowSpan="6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낱말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안무가</a:t>
                      </a:r>
                      <a:endParaRPr lang="en-US" altLang="ko-KR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43314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word_voice.mp3</a:t>
                      </a:r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7798512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q1.jpg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695976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q1_voice.mp3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105649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q1_image.jpg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496919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이미지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q1_voice2.mp3</a:t>
                      </a:r>
                      <a:endParaRPr lang="ko-KR" altLang="en-US" sz="900" b="0" u="sng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476656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52D079AC-32C4-2926-0CA7-F10976048F0D}"/>
              </a:ext>
            </a:extLst>
          </p:cNvPr>
          <p:cNvSpPr/>
          <p:nvPr/>
        </p:nvSpPr>
        <p:spPr>
          <a:xfrm>
            <a:off x="307975" y="595733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99ACE4A-3D74-5DCD-66D7-08FF0E39F9B1}"/>
              </a:ext>
            </a:extLst>
          </p:cNvPr>
          <p:cNvSpPr/>
          <p:nvPr/>
        </p:nvSpPr>
        <p:spPr>
          <a:xfrm>
            <a:off x="5748967" y="595733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9856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93644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865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1B6D23ED-D967-37AE-E779-3E8AB8D34077}"/>
              </a:ext>
            </a:extLst>
          </p:cNvPr>
          <p:cNvGrpSpPr/>
          <p:nvPr/>
        </p:nvGrpSpPr>
        <p:grpSpPr>
          <a:xfrm rot="5400000" flipH="1">
            <a:off x="66563" y="4242606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BE06E118-CB1F-4803-DD84-7EF60FCA596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3F7A081-FB39-A5EC-2151-591F48A97A6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FA4FD53-A574-636D-EEFF-1EF9F9AF3B12}"/>
              </a:ext>
            </a:extLst>
          </p:cNvPr>
          <p:cNvGrpSpPr/>
          <p:nvPr/>
        </p:nvGrpSpPr>
        <p:grpSpPr>
          <a:xfrm rot="5400000" flipH="1">
            <a:off x="66563" y="5946753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4A2892B8-5345-04C0-1587-98A3334D178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1E6E8CAF-4FCB-B5D1-2807-B51179A1B7B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3C97EB90-270B-BF0A-29F0-C8D4271A059C}"/>
              </a:ext>
            </a:extLst>
          </p:cNvPr>
          <p:cNvGrpSpPr/>
          <p:nvPr/>
        </p:nvGrpSpPr>
        <p:grpSpPr>
          <a:xfrm rot="5400000" flipH="1">
            <a:off x="5496661" y="5972500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7734146F-B63E-4186-4AD5-CF23DA311AD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D419B7E0-96B5-6A9F-79FF-4E6AE752829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F0E36250-8D39-9AAC-D24E-9D253FB6C4F5}"/>
              </a:ext>
            </a:extLst>
          </p:cNvPr>
          <p:cNvGrpSpPr/>
          <p:nvPr/>
        </p:nvGrpSpPr>
        <p:grpSpPr>
          <a:xfrm rot="5400000" flipH="1">
            <a:off x="6907905" y="6263718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1F801FB8-B308-CFED-F7E4-5667575861DD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B2C40C95-CC6F-4702-4504-B42A4EC4BA5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44D10FD2-F57A-93C1-709E-9330B0E9EF5F}"/>
              </a:ext>
            </a:extLst>
          </p:cNvPr>
          <p:cNvGrpSpPr/>
          <p:nvPr/>
        </p:nvGrpSpPr>
        <p:grpSpPr>
          <a:xfrm rot="5400000">
            <a:off x="577721" y="6272403"/>
            <a:ext cx="230832" cy="333746"/>
            <a:chOff x="6369090" y="6065244"/>
            <a:chExt cx="230832" cy="333746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5036E2FC-9077-0C7A-0D06-9EF12A5635A6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8F2C9868-F427-8FF5-74B1-49BEBC03690F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2" name="Group 134">
            <a:extLst>
              <a:ext uri="{FF2B5EF4-FFF2-40B4-BE49-F238E27FC236}">
                <a16:creationId xmlns:a16="http://schemas.microsoft.com/office/drawing/2014/main" id="{ABE6C257-EBF8-934C-AE4A-DB36AFCC3A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647362"/>
              </p:ext>
            </p:extLst>
          </p:nvPr>
        </p:nvGraphicFramePr>
        <p:xfrm>
          <a:off x="7562672" y="283032"/>
          <a:ext cx="2307098" cy="303784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게임 정보를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목록에서도 삭제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팝업으로 정보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7BB19C73-0FDC-DBCE-E53A-47CA4B4669D1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341B090-0D9E-D437-0779-A193D41E14E7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6F93899-955E-DDC1-5FD3-B45BA7433E83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621790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1">
            <a:extLst>
              <a:ext uri="{FF2B5EF4-FFF2-40B4-BE49-F238E27FC236}">
                <a16:creationId xmlns:a16="http://schemas.microsoft.com/office/drawing/2014/main" id="{0B483D97-93FE-4E75-AE7A-013C8085020C}"/>
              </a:ext>
            </a:extLst>
          </p:cNvPr>
          <p:cNvSpPr/>
          <p:nvPr/>
        </p:nvSpPr>
        <p:spPr>
          <a:xfrm>
            <a:off x="1832653" y="4645195"/>
            <a:ext cx="6396711" cy="85809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콩쥐팥쥐 이야기에는 콩쥐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팥쥐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개구리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참새 등이 나옵니다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콩쥐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팥쥐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개구리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참새는 이야기의 </a:t>
            </a:r>
            <a:r>
              <a:rPr lang="ko-KR" altLang="en-US" sz="1192" b="1" dirty="0">
                <a:solidFill>
                  <a:schemeClr val="tx1"/>
                </a:solidFill>
                <a:latin typeface="+mn-ea"/>
              </a:rPr>
              <a:t>인물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이야기의 </a:t>
            </a:r>
            <a:r>
              <a:rPr lang="ko-KR" altLang="en-US" sz="1192" b="1" dirty="0">
                <a:solidFill>
                  <a:schemeClr val="tx1"/>
                </a:solidFill>
                <a:latin typeface="+mn-ea"/>
              </a:rPr>
              <a:t>인물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은 사람이 될 수도 있고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192" dirty="0">
                <a:solidFill>
                  <a:schemeClr val="tx1"/>
                </a:solidFill>
                <a:latin typeface="+mn-ea"/>
              </a:rPr>
              <a:t>동물이나 물건이 될 수 도 있습니다</a:t>
            </a:r>
            <a:r>
              <a:rPr lang="en-US" altLang="ko-KR" sz="1192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192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7641C-A508-4488-9A13-382B8A96D9AB}"/>
              </a:ext>
            </a:extLst>
          </p:cNvPr>
          <p:cNvSpPr/>
          <p:nvPr/>
        </p:nvSpPr>
        <p:spPr>
          <a:xfrm>
            <a:off x="2066680" y="1360835"/>
            <a:ext cx="5304589" cy="41423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083" b="1" dirty="0">
                <a:solidFill>
                  <a:schemeClr val="tx1"/>
                </a:solidFill>
              </a:rPr>
              <a:t>낱말을 클릭하면 뜻을 확인할 수 있습니다</a:t>
            </a:r>
            <a:r>
              <a:rPr lang="en-US" altLang="ko-KR" sz="1083" b="1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0EF6587-2272-412C-A147-BCD00B17B485}"/>
              </a:ext>
            </a:extLst>
          </p:cNvPr>
          <p:cNvSpPr/>
          <p:nvPr/>
        </p:nvSpPr>
        <p:spPr>
          <a:xfrm>
            <a:off x="1364602" y="3586454"/>
            <a:ext cx="7098788" cy="858095"/>
          </a:xfrm>
          <a:prstGeom prst="roundRect">
            <a:avLst>
              <a:gd name="adj" fmla="val 34362"/>
            </a:avLst>
          </a:prstGeom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517" dirty="0"/>
              <a:t>이야기에서 어떤 일을 겪는 사람이나 사물을                        이라고 해요</a:t>
            </a:r>
            <a:r>
              <a:rPr lang="en-US" altLang="ko-KR" sz="1517" dirty="0"/>
              <a:t>.</a:t>
            </a:r>
            <a:endParaRPr lang="ko-KR" altLang="en-US" sz="1517" dirty="0"/>
          </a:p>
        </p:txBody>
      </p:sp>
      <p:sp>
        <p:nvSpPr>
          <p:cNvPr id="15" name="모서리가 둥근 직사각형 12">
            <a:extLst>
              <a:ext uri="{FF2B5EF4-FFF2-40B4-BE49-F238E27FC236}">
                <a16:creationId xmlns:a16="http://schemas.microsoft.com/office/drawing/2014/main" id="{5A1BCC53-C02B-4BD9-A7B5-F424CEAAE408}"/>
              </a:ext>
            </a:extLst>
          </p:cNvPr>
          <p:cNvSpPr/>
          <p:nvPr/>
        </p:nvSpPr>
        <p:spPr>
          <a:xfrm>
            <a:off x="5733087" y="3743620"/>
            <a:ext cx="1193235" cy="54376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28575">
            <a:solidFill>
              <a:srgbClr val="685086"/>
            </a:solidFill>
            <a:prstDash val="sysDash"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/>
              <a:t>인물</a:t>
            </a:r>
            <a:endParaRPr lang="ko-KR" altLang="en-US" sz="1733" b="1" dirty="0"/>
          </a:p>
        </p:txBody>
      </p:sp>
      <p:sp>
        <p:nvSpPr>
          <p:cNvPr id="16" name="모서리가 둥근 직사각형 12">
            <a:extLst>
              <a:ext uri="{FF2B5EF4-FFF2-40B4-BE49-F238E27FC236}">
                <a16:creationId xmlns:a16="http://schemas.microsoft.com/office/drawing/2014/main" id="{B794C155-F1D2-4825-8C81-5319FDD6266B}"/>
              </a:ext>
            </a:extLst>
          </p:cNvPr>
          <p:cNvSpPr/>
          <p:nvPr/>
        </p:nvSpPr>
        <p:spPr>
          <a:xfrm>
            <a:off x="1520619" y="2414888"/>
            <a:ext cx="1382639" cy="630076"/>
          </a:xfrm>
          <a:prstGeom prst="roundRect">
            <a:avLst>
              <a:gd name="adj" fmla="val 50000"/>
            </a:avLst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 dirty="0"/>
              <a:t>인물</a:t>
            </a:r>
          </a:p>
        </p:txBody>
      </p:sp>
      <p:sp>
        <p:nvSpPr>
          <p:cNvPr id="17" name="모서리가 둥근 직사각형 12">
            <a:extLst>
              <a:ext uri="{FF2B5EF4-FFF2-40B4-BE49-F238E27FC236}">
                <a16:creationId xmlns:a16="http://schemas.microsoft.com/office/drawing/2014/main" id="{F0EE7E1B-8638-4559-98CD-F03BC9CC604A}"/>
              </a:ext>
            </a:extLst>
          </p:cNvPr>
          <p:cNvSpPr/>
          <p:nvPr/>
        </p:nvSpPr>
        <p:spPr>
          <a:xfrm>
            <a:off x="3411993" y="2414888"/>
            <a:ext cx="1382639" cy="630076"/>
          </a:xfrm>
          <a:prstGeom prst="roundRect">
            <a:avLst>
              <a:gd name="adj" fmla="val 50000"/>
            </a:avLst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 dirty="0"/>
              <a:t>중심문장</a:t>
            </a:r>
          </a:p>
        </p:txBody>
      </p:sp>
      <p:sp>
        <p:nvSpPr>
          <p:cNvPr id="18" name="모서리가 둥근 직사각형 12">
            <a:extLst>
              <a:ext uri="{FF2B5EF4-FFF2-40B4-BE49-F238E27FC236}">
                <a16:creationId xmlns:a16="http://schemas.microsoft.com/office/drawing/2014/main" id="{FC8095F4-8060-431C-AB29-43A65B370F73}"/>
              </a:ext>
            </a:extLst>
          </p:cNvPr>
          <p:cNvSpPr/>
          <p:nvPr/>
        </p:nvSpPr>
        <p:spPr>
          <a:xfrm>
            <a:off x="5111197" y="2414888"/>
            <a:ext cx="1382639" cy="630076"/>
          </a:xfrm>
          <a:prstGeom prst="roundRect">
            <a:avLst>
              <a:gd name="adj" fmla="val 50000"/>
            </a:avLst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 dirty="0"/>
              <a:t>실감</a:t>
            </a:r>
          </a:p>
        </p:txBody>
      </p:sp>
      <p:sp>
        <p:nvSpPr>
          <p:cNvPr id="19" name="모서리가 둥근 직사각형 12">
            <a:extLst>
              <a:ext uri="{FF2B5EF4-FFF2-40B4-BE49-F238E27FC236}">
                <a16:creationId xmlns:a16="http://schemas.microsoft.com/office/drawing/2014/main" id="{4AAB765A-2A1F-4C6C-904E-4BA4475291D5}"/>
              </a:ext>
            </a:extLst>
          </p:cNvPr>
          <p:cNvSpPr/>
          <p:nvPr/>
        </p:nvSpPr>
        <p:spPr>
          <a:xfrm>
            <a:off x="6881110" y="2414888"/>
            <a:ext cx="1382639" cy="630076"/>
          </a:xfrm>
          <a:prstGeom prst="roundRect">
            <a:avLst>
              <a:gd name="adj" fmla="val 50000"/>
            </a:avLst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733" b="1" dirty="0"/>
              <a:t>낭송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EF7A10B-9458-4F3C-B712-AD8822E99C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2251" y="2492896"/>
            <a:ext cx="366583" cy="333408"/>
          </a:xfrm>
          <a:prstGeom prst="rect">
            <a:avLst/>
          </a:prstGeom>
        </p:spPr>
      </p:pic>
      <p:sp>
        <p:nvSpPr>
          <p:cNvPr id="23" name="타원 22">
            <a:extLst>
              <a:ext uri="{FF2B5EF4-FFF2-40B4-BE49-F238E27FC236}">
                <a16:creationId xmlns:a16="http://schemas.microsoft.com/office/drawing/2014/main" id="{897E1EB3-F5E6-4D3B-BE1F-4D9B67DF3051}"/>
              </a:ext>
            </a:extLst>
          </p:cNvPr>
          <p:cNvSpPr/>
          <p:nvPr/>
        </p:nvSpPr>
        <p:spPr>
          <a:xfrm>
            <a:off x="1184329" y="3405024"/>
            <a:ext cx="516564" cy="5165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CDEA4D49-9551-4A82-BD21-0FD0D412DF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92617" y="3502524"/>
            <a:ext cx="299988" cy="310514"/>
          </a:xfrm>
          <a:prstGeom prst="rect">
            <a:avLst/>
          </a:prstGeom>
          <a:ln>
            <a:noFill/>
          </a:ln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2D679166-8014-471A-8139-86F653B01850}"/>
              </a:ext>
            </a:extLst>
          </p:cNvPr>
          <p:cNvSpPr/>
          <p:nvPr/>
        </p:nvSpPr>
        <p:spPr>
          <a:xfrm>
            <a:off x="1658403" y="4528479"/>
            <a:ext cx="516564" cy="5165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AD7743C3-AA5B-4CAC-89D0-474B12B7AD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66691" y="4625979"/>
            <a:ext cx="299988" cy="310514"/>
          </a:xfrm>
          <a:prstGeom prst="rect">
            <a:avLst/>
          </a:prstGeom>
          <a:ln>
            <a:noFill/>
          </a:ln>
        </p:spPr>
      </p:pic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60</a:t>
            </a:fld>
            <a:endParaRPr lang="ko-KR" altLang="en-US"/>
          </a:p>
        </p:txBody>
      </p:sp>
      <p:sp>
        <p:nvSpPr>
          <p:cNvPr id="11" name="제목 10"/>
          <p:cNvSpPr>
            <a:spLocks noGrp="1"/>
          </p:cNvSpPr>
          <p:nvPr>
            <p:ph type="title"/>
          </p:nvPr>
        </p:nvSpPr>
        <p:spPr>
          <a:xfrm>
            <a:off x="381124" y="130269"/>
            <a:ext cx="4413508" cy="475664"/>
          </a:xfrm>
        </p:spPr>
        <p:txBody>
          <a:bodyPr/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텍스트를 선택하여 단어를 학습하기</a:t>
            </a:r>
          </a:p>
        </p:txBody>
      </p:sp>
      <p:sp>
        <p:nvSpPr>
          <p:cNvPr id="6" name="화살표: 오른쪽 5">
            <a:extLst>
              <a:ext uri="{FF2B5EF4-FFF2-40B4-BE49-F238E27FC236}">
                <a16:creationId xmlns:a16="http://schemas.microsoft.com/office/drawing/2014/main" id="{A6B87814-158D-47E5-99CA-B108A8B2B929}"/>
              </a:ext>
            </a:extLst>
          </p:cNvPr>
          <p:cNvSpPr/>
          <p:nvPr/>
        </p:nvSpPr>
        <p:spPr>
          <a:xfrm>
            <a:off x="8463390" y="2492896"/>
            <a:ext cx="468053" cy="468052"/>
          </a:xfrm>
          <a:prstGeom prst="rightArrow">
            <a:avLst/>
          </a:prstGeom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B9D2A222-F108-4CD7-BF92-B16AE569F0FF}"/>
              </a:ext>
            </a:extLst>
          </p:cNvPr>
          <p:cNvCxnSpPr>
            <a:cxnSpLocks/>
          </p:cNvCxnSpPr>
          <p:nvPr/>
        </p:nvCxnSpPr>
        <p:spPr>
          <a:xfrm>
            <a:off x="8619408" y="2762418"/>
            <a:ext cx="624069" cy="565092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D9E0EFE5-6F2C-4720-900A-DBBAFF1A232D}"/>
              </a:ext>
            </a:extLst>
          </p:cNvPr>
          <p:cNvSpPr txBox="1"/>
          <p:nvPr/>
        </p:nvSpPr>
        <p:spPr>
          <a:xfrm>
            <a:off x="9009451" y="3406632"/>
            <a:ext cx="966931" cy="4422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58" dirty="0" err="1"/>
              <a:t>가로스크롤링으로</a:t>
            </a:r>
            <a:endParaRPr lang="en-US" altLang="ko-KR" sz="758" dirty="0"/>
          </a:p>
          <a:p>
            <a:r>
              <a:rPr lang="ko-KR" altLang="en-US" sz="758" dirty="0"/>
              <a:t>여러 단어를</a:t>
            </a:r>
            <a:endParaRPr lang="en-US" altLang="ko-KR" sz="758" dirty="0"/>
          </a:p>
          <a:p>
            <a:r>
              <a:rPr lang="ko-KR" altLang="en-US" sz="758" dirty="0"/>
              <a:t>학습할 수 있음</a:t>
            </a:r>
            <a:endParaRPr lang="en-US" altLang="ko-KR" sz="758" dirty="0"/>
          </a:p>
        </p:txBody>
      </p:sp>
    </p:spTree>
    <p:extLst>
      <p:ext uri="{BB962C8B-B14F-4D97-AF65-F5344CB8AC3E}">
        <p14:creationId xmlns:p14="http://schemas.microsoft.com/office/powerpoint/2010/main" val="38226560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200881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58887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073976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5344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13658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23929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글자 선택하거나 쓰기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(typing)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22938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670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6708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23309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30103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93891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8901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3717335-3421-4CCD-49E5-42C57A3CFA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3123899"/>
              </p:ext>
            </p:extLst>
          </p:nvPr>
        </p:nvGraphicFramePr>
        <p:xfrm>
          <a:off x="307975" y="4274112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B25A593-1674-AE11-7C1D-40F74F5E9EA1}"/>
              </a:ext>
            </a:extLst>
          </p:cNvPr>
          <p:cNvSpPr/>
          <p:nvPr/>
        </p:nvSpPr>
        <p:spPr>
          <a:xfrm>
            <a:off x="6638159" y="4630679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A3BFED4-A5E9-0F29-D49E-EE87288925D8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488087C-5D9E-71D0-75B8-8E9BF36EE473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7379A51-3865-2317-4057-E2A8306C083F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669658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91416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5346979"/>
              </p:ext>
            </p:extLst>
          </p:nvPr>
        </p:nvGraphicFramePr>
        <p:xfrm>
          <a:off x="7562672" y="283032"/>
          <a:ext cx="2307098" cy="4204821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질문을 등록하는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정답을 입력하는 인풋박스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문항을 구성하는 낱말들을 입력하는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낱말 사이에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로 구분하여 입력되도록 구성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97045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모두 입력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별도의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정보를 본 페이지에 적용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41279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8824035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문항 낱말이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 이상 낱말로 구분된 경우 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문항의 낱말을 확인해 주세요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1059281"/>
          <a:ext cx="7092950" cy="2124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1942707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2952978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글자 선택하거나 쓰기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(typing)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2951987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29575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29575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3752358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659152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42294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293795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3717335-3421-4CCD-49E5-42C57A3CFA3D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4003161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B25A593-1674-AE11-7C1D-40F74F5E9EA1}"/>
              </a:ext>
            </a:extLst>
          </p:cNvPr>
          <p:cNvSpPr/>
          <p:nvPr/>
        </p:nvSpPr>
        <p:spPr>
          <a:xfrm>
            <a:off x="6638159" y="435972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E3897862-B356-30EF-071A-0A54458DB6E4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B8AE598-6251-9E4D-B707-BE64704D0C0C}"/>
              </a:ext>
            </a:extLst>
          </p:cNvPr>
          <p:cNvSpPr/>
          <p:nvPr/>
        </p:nvSpPr>
        <p:spPr bwMode="auto">
          <a:xfrm>
            <a:off x="770316" y="1103031"/>
            <a:ext cx="6328367" cy="23259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624105C-DF09-B7AE-E63B-6177573D6698}"/>
              </a:ext>
            </a:extLst>
          </p:cNvPr>
          <p:cNvSpPr txBox="1"/>
          <p:nvPr/>
        </p:nvSpPr>
        <p:spPr>
          <a:xfrm>
            <a:off x="887192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항목 추가</a:t>
            </a:r>
            <a:endParaRPr lang="ko-KR" altLang="en-US" sz="1400" b="1" dirty="0">
              <a:latin typeface="+mn-ea"/>
              <a:ea typeface="+mn-ea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D38B2E3-4108-DA1C-5697-8D5EB4CEDC8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255F95-6B86-7802-BF7B-AFB2993B5633}"/>
              </a:ext>
            </a:extLst>
          </p:cNvPr>
          <p:cNvSpPr/>
          <p:nvPr/>
        </p:nvSpPr>
        <p:spPr>
          <a:xfrm>
            <a:off x="6089278" y="298404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B3A9FF1-6E85-6D89-0844-F070B670AD19}"/>
              </a:ext>
            </a:extLst>
          </p:cNvPr>
          <p:cNvSpPr/>
          <p:nvPr/>
        </p:nvSpPr>
        <p:spPr>
          <a:xfrm>
            <a:off x="5200086" y="2984048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1BB43CE5-88BA-8B4C-AF62-726D7FC52A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5284365"/>
              </p:ext>
            </p:extLst>
          </p:nvPr>
        </p:nvGraphicFramePr>
        <p:xfrm>
          <a:off x="919980" y="1723168"/>
          <a:ext cx="5940264" cy="10804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7779">
                  <a:extLst>
                    <a:ext uri="{9D8B030D-6E8A-4147-A177-3AD203B41FA5}">
                      <a16:colId xmlns:a16="http://schemas.microsoft.com/office/drawing/2014/main" val="2555494119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2310166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9860858"/>
                  </a:ext>
                </a:extLst>
              </a:tr>
              <a:tr h="1813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정답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문항 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955788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2978D9D2-5DDA-D00A-316B-CF1D5E092FC3}"/>
              </a:ext>
            </a:extLst>
          </p:cNvPr>
          <p:cNvSpPr/>
          <p:nvPr/>
        </p:nvSpPr>
        <p:spPr>
          <a:xfrm>
            <a:off x="2278158" y="1766658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9544289-5785-9738-5D2E-56DC53D8F196}"/>
              </a:ext>
            </a:extLst>
          </p:cNvPr>
          <p:cNvSpPr/>
          <p:nvPr/>
        </p:nvSpPr>
        <p:spPr>
          <a:xfrm>
            <a:off x="2278158" y="2307132"/>
            <a:ext cx="1639792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48BD06B-A4E7-11AC-B319-514AC049DE2E}"/>
              </a:ext>
            </a:extLst>
          </p:cNvPr>
          <p:cNvGrpSpPr/>
          <p:nvPr/>
        </p:nvGrpSpPr>
        <p:grpSpPr>
          <a:xfrm>
            <a:off x="2278158" y="2025007"/>
            <a:ext cx="3465263" cy="219602"/>
            <a:chOff x="1509100" y="1278824"/>
            <a:chExt cx="3465263" cy="219602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216B143-F24D-DDF2-3268-96DAB3DB3629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7EF1D33-E403-EA22-2669-3DC01F692657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247D1D2A-3304-D3A0-F914-2ED84BE54EDD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71B4D36E-95DB-3A76-804E-488357DBCE93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21" name="그림 20">
                <a:extLst>
                  <a:ext uri="{FF2B5EF4-FFF2-40B4-BE49-F238E27FC236}">
                    <a16:creationId xmlns:a16="http://schemas.microsoft.com/office/drawing/2014/main" id="{B0981409-5F0D-351F-8EB3-B8373A578D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45350FF-6D7E-D0FF-2618-7637F3C3EE0F}"/>
              </a:ext>
            </a:extLst>
          </p:cNvPr>
          <p:cNvSpPr txBox="1"/>
          <p:nvPr/>
        </p:nvSpPr>
        <p:spPr>
          <a:xfrm>
            <a:off x="3890112" y="2256727"/>
            <a:ext cx="602830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FB0A3F-913D-0097-96D5-324CED34CDE6}"/>
              </a:ext>
            </a:extLst>
          </p:cNvPr>
          <p:cNvSpPr/>
          <p:nvPr/>
        </p:nvSpPr>
        <p:spPr>
          <a:xfrm>
            <a:off x="2278158" y="2569178"/>
            <a:ext cx="2674842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53552A1-CE48-D6EB-95BC-4C886B9ACA9C}"/>
              </a:ext>
            </a:extLst>
          </p:cNvPr>
          <p:cNvSpPr txBox="1"/>
          <p:nvPr/>
        </p:nvSpPr>
        <p:spPr>
          <a:xfrm>
            <a:off x="4890568" y="2526039"/>
            <a:ext cx="2064769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낱말 사이를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 구분해 입력해 주세요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60154687-1E36-892E-5B59-8689C7BF8E81}"/>
              </a:ext>
            </a:extLst>
          </p:cNvPr>
          <p:cNvGrpSpPr/>
          <p:nvPr/>
        </p:nvGrpSpPr>
        <p:grpSpPr>
          <a:xfrm rot="5400000" flipH="1">
            <a:off x="6329297" y="1352371"/>
            <a:ext cx="230832" cy="251992"/>
            <a:chOff x="4437623" y="2066810"/>
            <a:chExt cx="230832" cy="251992"/>
          </a:xfrm>
        </p:grpSpPr>
        <p:sp>
          <p:nvSpPr>
            <p:cNvPr id="44" name="눈물 방울 43">
              <a:extLst>
                <a:ext uri="{FF2B5EF4-FFF2-40B4-BE49-F238E27FC236}">
                  <a16:creationId xmlns:a16="http://schemas.microsoft.com/office/drawing/2014/main" id="{1AB1F929-678C-21EA-101E-8392E872B88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234BB4C7-EBC6-456A-0756-72B1C02BCAE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F0082D4B-AE39-1F9C-4A80-AB409BC6391C}"/>
              </a:ext>
            </a:extLst>
          </p:cNvPr>
          <p:cNvGrpSpPr/>
          <p:nvPr/>
        </p:nvGrpSpPr>
        <p:grpSpPr>
          <a:xfrm rot="5400000" flipH="1">
            <a:off x="4933426" y="2990373"/>
            <a:ext cx="230832" cy="251992"/>
            <a:chOff x="4437623" y="2066810"/>
            <a:chExt cx="230832" cy="251992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939AEF14-D495-6E91-C049-166FE4FA184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EE1726E-51D5-C771-3DFC-5F778F6A1A6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35B0878B-2F43-F7A1-CA39-28191F4E7738}"/>
              </a:ext>
            </a:extLst>
          </p:cNvPr>
          <p:cNvGrpSpPr/>
          <p:nvPr/>
        </p:nvGrpSpPr>
        <p:grpSpPr>
          <a:xfrm rot="5400000" flipH="1">
            <a:off x="6907905" y="2976053"/>
            <a:ext cx="230832" cy="251992"/>
            <a:chOff x="4437623" y="2066810"/>
            <a:chExt cx="230832" cy="251992"/>
          </a:xfrm>
        </p:grpSpPr>
        <p:sp>
          <p:nvSpPr>
            <p:cNvPr id="50" name="눈물 방울 49">
              <a:extLst>
                <a:ext uri="{FF2B5EF4-FFF2-40B4-BE49-F238E27FC236}">
                  <a16:creationId xmlns:a16="http://schemas.microsoft.com/office/drawing/2014/main" id="{88551016-5EBF-56EC-E94A-09231148449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2333F816-C820-FD45-833C-40C47413FE44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BD2D30C2-E03A-E8DD-4EE9-F576A16D7CC7}"/>
              </a:ext>
            </a:extLst>
          </p:cNvPr>
          <p:cNvGrpSpPr/>
          <p:nvPr/>
        </p:nvGrpSpPr>
        <p:grpSpPr>
          <a:xfrm rot="5400000">
            <a:off x="6367606" y="3270742"/>
            <a:ext cx="230832" cy="333746"/>
            <a:chOff x="6369090" y="6065244"/>
            <a:chExt cx="230832" cy="333746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F504A375-825F-483F-FCB0-69DB6E3AC65C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37ED7098-CD48-04D1-8783-0560BD26CF0C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636CD147-4D52-D60A-D7C7-63F494DDBBBE}"/>
              </a:ext>
            </a:extLst>
          </p:cNvPr>
          <p:cNvGrpSpPr/>
          <p:nvPr/>
        </p:nvGrpSpPr>
        <p:grpSpPr>
          <a:xfrm rot="5400000" flipH="1">
            <a:off x="650152" y="1708110"/>
            <a:ext cx="230832" cy="251992"/>
            <a:chOff x="4437623" y="2066810"/>
            <a:chExt cx="230832" cy="251992"/>
          </a:xfrm>
        </p:grpSpPr>
        <p:sp>
          <p:nvSpPr>
            <p:cNvPr id="66" name="눈물 방울 65">
              <a:extLst>
                <a:ext uri="{FF2B5EF4-FFF2-40B4-BE49-F238E27FC236}">
                  <a16:creationId xmlns:a16="http://schemas.microsoft.com/office/drawing/2014/main" id="{9A4770F8-8B40-B82B-A23A-3EB6BD61FA0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31622F81-0E0E-E549-6390-4F57AB9A2AC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1CE0CA2-5F63-B755-E228-32068E2CE75B}"/>
              </a:ext>
            </a:extLst>
          </p:cNvPr>
          <p:cNvGrpSpPr/>
          <p:nvPr/>
        </p:nvGrpSpPr>
        <p:grpSpPr>
          <a:xfrm rot="5400000" flipH="1">
            <a:off x="650152" y="2002911"/>
            <a:ext cx="230832" cy="251992"/>
            <a:chOff x="4437623" y="2066810"/>
            <a:chExt cx="230832" cy="251992"/>
          </a:xfrm>
        </p:grpSpPr>
        <p:sp>
          <p:nvSpPr>
            <p:cNvPr id="69" name="눈물 방울 68">
              <a:extLst>
                <a:ext uri="{FF2B5EF4-FFF2-40B4-BE49-F238E27FC236}">
                  <a16:creationId xmlns:a16="http://schemas.microsoft.com/office/drawing/2014/main" id="{312199A6-CEC4-6597-6938-8E7D3CA01FE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5E5D735E-B09E-FEBA-F2E6-9DA7E43CA56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DC1DC7CB-DCE4-D6EA-1729-7A6372314E91}"/>
              </a:ext>
            </a:extLst>
          </p:cNvPr>
          <p:cNvGrpSpPr/>
          <p:nvPr/>
        </p:nvGrpSpPr>
        <p:grpSpPr>
          <a:xfrm rot="5400000" flipH="1">
            <a:off x="650152" y="2251373"/>
            <a:ext cx="230832" cy="251992"/>
            <a:chOff x="4437623" y="2066810"/>
            <a:chExt cx="230832" cy="251992"/>
          </a:xfrm>
        </p:grpSpPr>
        <p:sp>
          <p:nvSpPr>
            <p:cNvPr id="72" name="눈물 방울 71">
              <a:extLst>
                <a:ext uri="{FF2B5EF4-FFF2-40B4-BE49-F238E27FC236}">
                  <a16:creationId xmlns:a16="http://schemas.microsoft.com/office/drawing/2014/main" id="{CB310F77-53DF-C11C-79FB-51A2336F5D9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A69CDB08-7520-4DDF-6453-D111352AA8B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4D6A381-320A-04B5-EB2B-D54B19DEFB14}"/>
              </a:ext>
            </a:extLst>
          </p:cNvPr>
          <p:cNvGrpSpPr/>
          <p:nvPr/>
        </p:nvGrpSpPr>
        <p:grpSpPr>
          <a:xfrm rot="5400000" flipH="1">
            <a:off x="650152" y="2513102"/>
            <a:ext cx="230832" cy="251992"/>
            <a:chOff x="4437623" y="2066810"/>
            <a:chExt cx="230832" cy="251992"/>
          </a:xfrm>
        </p:grpSpPr>
        <p:sp>
          <p:nvSpPr>
            <p:cNvPr id="75" name="눈물 방울 74">
              <a:extLst>
                <a:ext uri="{FF2B5EF4-FFF2-40B4-BE49-F238E27FC236}">
                  <a16:creationId xmlns:a16="http://schemas.microsoft.com/office/drawing/2014/main" id="{47E24EE1-D4C5-F594-80B2-965BA89A063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E9FD10F7-42FA-E7E8-C818-5A192A31993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693800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513172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456885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01091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6820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7091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글자 선택하거나 쓰기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(typing)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6100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5987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5987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16471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3265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87053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2063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352B41E-055F-86B8-CD4F-0D7417674C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535395"/>
              </p:ext>
            </p:extLst>
          </p:nvPr>
        </p:nvGraphicFramePr>
        <p:xfrm>
          <a:off x="307975" y="4249998"/>
          <a:ext cx="7092950" cy="10804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1628976559"/>
                    </a:ext>
                  </a:extLst>
                </a:gridCol>
                <a:gridCol w="1297779">
                  <a:extLst>
                    <a:ext uri="{9D8B030D-6E8A-4147-A177-3AD203B41FA5}">
                      <a16:colId xmlns:a16="http://schemas.microsoft.com/office/drawing/2014/main" val="2600580026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83665422"/>
                    </a:ext>
                  </a:extLst>
                </a:gridCol>
              </a:tblGrid>
              <a:tr h="0">
                <a:tc rowSpan="4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무슨 영문인지 잘 몰라서 어떨떨하다</a:t>
                      </a:r>
                      <a:endParaRPr lang="en-US" altLang="ko-KR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43314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word_voice.mp3</a:t>
                      </a:r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7798512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정답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어리둥절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695976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문항 낱말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어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음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리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체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활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사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절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진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려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트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둥</a:t>
                      </a:r>
                      <a:r>
                        <a:rPr lang="en-US" altLang="ko-KR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, </a:t>
                      </a:r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임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1056495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27FD5DF7-7623-75A3-F998-E9D11B3F061C}"/>
              </a:ext>
            </a:extLst>
          </p:cNvPr>
          <p:cNvSpPr/>
          <p:nvPr/>
        </p:nvSpPr>
        <p:spPr>
          <a:xfrm>
            <a:off x="6638159" y="543884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4832F47-6E06-62CE-CCDE-C1B454171CC6}"/>
              </a:ext>
            </a:extLst>
          </p:cNvPr>
          <p:cNvSpPr/>
          <p:nvPr/>
        </p:nvSpPr>
        <p:spPr>
          <a:xfrm>
            <a:off x="307975" y="543884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E3DF086-2C84-4198-B3DC-F17FC96F66FA}"/>
              </a:ext>
            </a:extLst>
          </p:cNvPr>
          <p:cNvSpPr/>
          <p:nvPr/>
        </p:nvSpPr>
        <p:spPr>
          <a:xfrm>
            <a:off x="5748967" y="543884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095A56D-0914-A5F1-C14E-E49DC8AD6A27}"/>
              </a:ext>
            </a:extLst>
          </p:cNvPr>
          <p:cNvGrpSpPr/>
          <p:nvPr/>
        </p:nvGrpSpPr>
        <p:grpSpPr>
          <a:xfrm rot="5400000" flipH="1">
            <a:off x="66563" y="4236015"/>
            <a:ext cx="230832" cy="251992"/>
            <a:chOff x="4437623" y="2066810"/>
            <a:chExt cx="230832" cy="251992"/>
          </a:xfrm>
        </p:grpSpPr>
        <p:sp>
          <p:nvSpPr>
            <p:cNvPr id="9" name="눈물 방울 8">
              <a:extLst>
                <a:ext uri="{FF2B5EF4-FFF2-40B4-BE49-F238E27FC236}">
                  <a16:creationId xmlns:a16="http://schemas.microsoft.com/office/drawing/2014/main" id="{2DEF913A-22C5-013E-AFB4-8433BE76A51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0307D211-EE25-5B65-709F-270F33D8CFE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503565E-FF8D-31C5-8DB2-15C5DA112FAC}"/>
              </a:ext>
            </a:extLst>
          </p:cNvPr>
          <p:cNvGrpSpPr/>
          <p:nvPr/>
        </p:nvGrpSpPr>
        <p:grpSpPr>
          <a:xfrm rot="5400000" flipH="1">
            <a:off x="66563" y="5418237"/>
            <a:ext cx="230832" cy="251992"/>
            <a:chOff x="4437623" y="2066810"/>
            <a:chExt cx="230832" cy="251992"/>
          </a:xfrm>
        </p:grpSpPr>
        <p:sp>
          <p:nvSpPr>
            <p:cNvPr id="13" name="눈물 방울 12">
              <a:extLst>
                <a:ext uri="{FF2B5EF4-FFF2-40B4-BE49-F238E27FC236}">
                  <a16:creationId xmlns:a16="http://schemas.microsoft.com/office/drawing/2014/main" id="{B0B83F3E-6FBB-C5ED-54D1-0F71E3105E9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6484235E-F7FF-3FCD-2143-2ACF50D0639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0392A16B-5C35-4AD6-710C-173E0C2FD428}"/>
              </a:ext>
            </a:extLst>
          </p:cNvPr>
          <p:cNvGrpSpPr/>
          <p:nvPr/>
        </p:nvGrpSpPr>
        <p:grpSpPr>
          <a:xfrm rot="5400000" flipH="1">
            <a:off x="5496661" y="5443984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17BB6B38-497E-55D3-0EFD-551A6EE7C86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64DE72BE-4AAC-1BFC-2DF3-D92597ACA24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A16901A7-FB83-1FED-9ED7-7C879E07B2E2}"/>
              </a:ext>
            </a:extLst>
          </p:cNvPr>
          <p:cNvGrpSpPr/>
          <p:nvPr/>
        </p:nvGrpSpPr>
        <p:grpSpPr>
          <a:xfrm rot="5400000" flipH="1">
            <a:off x="6907905" y="5723963"/>
            <a:ext cx="230832" cy="251992"/>
            <a:chOff x="4437623" y="2066810"/>
            <a:chExt cx="230832" cy="25199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28D1F80D-E448-4D17-8FF2-3F39CB2DE735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EC157FAC-96C8-10B5-5240-290923C6A3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8A7F52E-480D-859B-7C0F-6E638E474884}"/>
              </a:ext>
            </a:extLst>
          </p:cNvPr>
          <p:cNvGrpSpPr/>
          <p:nvPr/>
        </p:nvGrpSpPr>
        <p:grpSpPr>
          <a:xfrm rot="5400000">
            <a:off x="577721" y="5732648"/>
            <a:ext cx="230832" cy="333746"/>
            <a:chOff x="6369090" y="6065244"/>
            <a:chExt cx="230832" cy="333746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95711EC2-F936-3C77-960D-ECD5B728D70C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1CA5C8C8-64A0-3D13-80D7-F663C9F7AC15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4" name="Group 134">
            <a:extLst>
              <a:ext uri="{FF2B5EF4-FFF2-40B4-BE49-F238E27FC236}">
                <a16:creationId xmlns:a16="http://schemas.microsoft.com/office/drawing/2014/main" id="{A6BA59C7-B019-1F05-F803-F257E82FB8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547543"/>
              </p:ext>
            </p:extLst>
          </p:nvPr>
        </p:nvGraphicFramePr>
        <p:xfrm>
          <a:off x="7562672" y="283032"/>
          <a:ext cx="2307098" cy="303784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게임 정보를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목록에서도 삭제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팝업으로 정보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518C40A4-235E-174D-90AA-5AD1E4433809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6809C02-BF58-CF6F-58F8-7A15A90AFB0B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894D9D0-8EFC-0873-AEAD-04D3D6A1849C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54743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제목 10">
            <a:extLst>
              <a:ext uri="{FF2B5EF4-FFF2-40B4-BE49-F238E27FC236}">
                <a16:creationId xmlns:a16="http://schemas.microsoft.com/office/drawing/2014/main" id="{3B420712-FBF2-4880-A524-25B15F7DB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124" y="183745"/>
            <a:ext cx="3947806" cy="386477"/>
          </a:xfrm>
        </p:spPr>
        <p:txBody>
          <a:bodyPr>
            <a:normAutofit/>
          </a:bodyPr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글자 선택하거나 쓰기</a:t>
            </a:r>
            <a:r>
              <a:rPr lang="en-US" altLang="ko-KR"/>
              <a:t>(typing)</a:t>
            </a:r>
            <a:endParaRPr lang="ko-KR" altLang="en-US" dirty="0"/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98FC6A8-8CF0-4971-9D74-3E8AB00CD9C2}"/>
              </a:ext>
            </a:extLst>
          </p:cNvPr>
          <p:cNvSpPr/>
          <p:nvPr/>
        </p:nvSpPr>
        <p:spPr>
          <a:xfrm>
            <a:off x="3079091" y="2040760"/>
            <a:ext cx="4212468" cy="608154"/>
          </a:xfrm>
          <a:prstGeom prst="roundRect">
            <a:avLst>
              <a:gd name="adj" fmla="val 39787"/>
            </a:avLst>
          </a:prstGeom>
          <a:solidFill>
            <a:srgbClr val="5E34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25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무슨 영문인지 잘 몰라서 </a:t>
            </a:r>
            <a:r>
              <a:rPr lang="ko-KR" altLang="en-US" sz="1625" dirty="0" err="1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어떨떨</a:t>
            </a:r>
            <a:r>
              <a:rPr lang="ko-KR" altLang="en-US" sz="1625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 하다</a:t>
            </a:r>
          </a:p>
        </p:txBody>
      </p:sp>
      <p:pic>
        <p:nvPicPr>
          <p:cNvPr id="7" name="그래픽 6">
            <a:extLst>
              <a:ext uri="{FF2B5EF4-FFF2-40B4-BE49-F238E27FC236}">
                <a16:creationId xmlns:a16="http://schemas.microsoft.com/office/drawing/2014/main" id="{7687D4C8-761F-491D-A6C8-6E2ECCD6DB0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481446" y="1970185"/>
            <a:ext cx="859798" cy="749302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499F1AB6-45CF-45EC-8765-8C6C0929758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17711" y="1687118"/>
            <a:ext cx="299988" cy="310514"/>
          </a:xfrm>
          <a:prstGeom prst="rect">
            <a:avLst/>
          </a:prstGeom>
          <a:ln>
            <a:noFill/>
          </a:ln>
        </p:spPr>
      </p:pic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45A13700-1AF8-4F45-B343-66FE11202724}"/>
              </a:ext>
            </a:extLst>
          </p:cNvPr>
          <p:cNvCxnSpPr/>
          <p:nvPr/>
        </p:nvCxnSpPr>
        <p:spPr>
          <a:xfrm>
            <a:off x="506506" y="2960948"/>
            <a:ext cx="8892988" cy="0"/>
          </a:xfrm>
          <a:prstGeom prst="line">
            <a:avLst/>
          </a:prstGeom>
          <a:ln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3BDC846-6920-4364-8FF2-E66F55AE04C1}"/>
              </a:ext>
            </a:extLst>
          </p:cNvPr>
          <p:cNvSpPr/>
          <p:nvPr/>
        </p:nvSpPr>
        <p:spPr>
          <a:xfrm>
            <a:off x="2531296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어</a:t>
            </a:r>
          </a:p>
        </p:txBody>
      </p:sp>
      <p:pic>
        <p:nvPicPr>
          <p:cNvPr id="16" name="그래픽 15">
            <a:extLst>
              <a:ext uri="{FF2B5EF4-FFF2-40B4-BE49-F238E27FC236}">
                <a16:creationId xmlns:a16="http://schemas.microsoft.com/office/drawing/2014/main" id="{B354E39A-A7D3-4843-B18C-682EDC1E4E4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644493" y="1518284"/>
            <a:ext cx="390043" cy="365858"/>
          </a:xfrm>
          <a:prstGeom prst="rect">
            <a:avLst/>
          </a:prstGeom>
          <a:effectLst/>
        </p:spPr>
      </p:pic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2E4526C-5522-4101-A198-D48C7AD90A9C}"/>
              </a:ext>
            </a:extLst>
          </p:cNvPr>
          <p:cNvSpPr/>
          <p:nvPr/>
        </p:nvSpPr>
        <p:spPr>
          <a:xfrm>
            <a:off x="3189436" y="3221003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어</a:t>
            </a: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60EE884A-16E9-43CD-8DCC-2A1C543C5480}"/>
              </a:ext>
            </a:extLst>
          </p:cNvPr>
          <p:cNvCxnSpPr>
            <a:cxnSpLocks/>
          </p:cNvCxnSpPr>
          <p:nvPr/>
        </p:nvCxnSpPr>
        <p:spPr>
          <a:xfrm>
            <a:off x="3938888" y="3741035"/>
            <a:ext cx="624069" cy="0"/>
          </a:xfrm>
          <a:prstGeom prst="line">
            <a:avLst/>
          </a:prstGeom>
          <a:ln w="38100">
            <a:solidFill>
              <a:schemeClr val="bg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56776BE6-8610-4E98-9BC2-21DB3467FF94}"/>
              </a:ext>
            </a:extLst>
          </p:cNvPr>
          <p:cNvCxnSpPr>
            <a:cxnSpLocks/>
          </p:cNvCxnSpPr>
          <p:nvPr/>
        </p:nvCxnSpPr>
        <p:spPr>
          <a:xfrm>
            <a:off x="4683646" y="3741035"/>
            <a:ext cx="624069" cy="0"/>
          </a:xfrm>
          <a:prstGeom prst="line">
            <a:avLst/>
          </a:prstGeom>
          <a:ln w="38100">
            <a:solidFill>
              <a:schemeClr val="bg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08FFF7DC-4C0F-4042-AF0F-E4765201757E}"/>
              </a:ext>
            </a:extLst>
          </p:cNvPr>
          <p:cNvCxnSpPr>
            <a:cxnSpLocks/>
          </p:cNvCxnSpPr>
          <p:nvPr/>
        </p:nvCxnSpPr>
        <p:spPr>
          <a:xfrm>
            <a:off x="5428403" y="3741035"/>
            <a:ext cx="624069" cy="0"/>
          </a:xfrm>
          <a:prstGeom prst="line">
            <a:avLst/>
          </a:prstGeom>
          <a:ln w="38100">
            <a:solidFill>
              <a:schemeClr val="bg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05CB8F0-F823-474F-9FA7-E0A5446DFB56}"/>
              </a:ext>
            </a:extLst>
          </p:cNvPr>
          <p:cNvCxnSpPr>
            <a:cxnSpLocks/>
          </p:cNvCxnSpPr>
          <p:nvPr/>
        </p:nvCxnSpPr>
        <p:spPr>
          <a:xfrm>
            <a:off x="4016896" y="3357519"/>
            <a:ext cx="0" cy="273030"/>
          </a:xfrm>
          <a:prstGeom prst="line">
            <a:avLst/>
          </a:prstGeom>
          <a:ln w="9525">
            <a:solidFill>
              <a:schemeClr val="accent2">
                <a:lumMod val="20000"/>
                <a:lumOff val="80000"/>
              </a:schemeClr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D54BFF7B-B0B5-4DC8-BD93-10E222F5E1D7}"/>
              </a:ext>
            </a:extLst>
          </p:cNvPr>
          <p:cNvSpPr/>
          <p:nvPr/>
        </p:nvSpPr>
        <p:spPr>
          <a:xfrm>
            <a:off x="3261094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음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01BBBF30-EEE0-4FDE-AD22-1275A92EAB1F}"/>
              </a:ext>
            </a:extLst>
          </p:cNvPr>
          <p:cNvSpPr/>
          <p:nvPr/>
        </p:nvSpPr>
        <p:spPr>
          <a:xfrm>
            <a:off x="3977893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리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9D9C01C6-C502-4193-9D5E-B5497ACC25FD}"/>
              </a:ext>
            </a:extLst>
          </p:cNvPr>
          <p:cNvSpPr/>
          <p:nvPr/>
        </p:nvSpPr>
        <p:spPr>
          <a:xfrm>
            <a:off x="4722650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체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C22F9FDE-9ED7-4CB1-A32C-BB9C37C5AABA}"/>
              </a:ext>
            </a:extLst>
          </p:cNvPr>
          <p:cNvSpPr/>
          <p:nvPr/>
        </p:nvSpPr>
        <p:spPr>
          <a:xfrm>
            <a:off x="5474638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활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ACE7F59-A1D4-4D8B-8995-C1945969A6A4}"/>
              </a:ext>
            </a:extLst>
          </p:cNvPr>
          <p:cNvSpPr/>
          <p:nvPr/>
        </p:nvSpPr>
        <p:spPr>
          <a:xfrm>
            <a:off x="6197703" y="4139624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사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FDFEBFF-BF2D-4D2B-AE36-9E128AE4EDD6}"/>
              </a:ext>
            </a:extLst>
          </p:cNvPr>
          <p:cNvSpPr/>
          <p:nvPr/>
        </p:nvSpPr>
        <p:spPr>
          <a:xfrm>
            <a:off x="2531296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절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51463E9-8903-481D-8C7D-C23F81B7ED24}"/>
              </a:ext>
            </a:extLst>
          </p:cNvPr>
          <p:cNvSpPr/>
          <p:nvPr/>
        </p:nvSpPr>
        <p:spPr>
          <a:xfrm>
            <a:off x="3261094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진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78812C4C-7E22-4F97-AE73-268BC6EF6867}"/>
              </a:ext>
            </a:extLst>
          </p:cNvPr>
          <p:cNvSpPr/>
          <p:nvPr/>
        </p:nvSpPr>
        <p:spPr>
          <a:xfrm>
            <a:off x="3977893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 err="1">
                <a:solidFill>
                  <a:schemeClr val="tx1"/>
                </a:solidFill>
              </a:rPr>
              <a:t>려</a:t>
            </a:r>
            <a:endParaRPr lang="ko-KR" altLang="en-US" sz="2600" b="1" dirty="0">
              <a:solidFill>
                <a:schemeClr val="tx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BE2D5-045F-4500-8CE3-E26E2FD38FF8}"/>
              </a:ext>
            </a:extLst>
          </p:cNvPr>
          <p:cNvSpPr/>
          <p:nvPr/>
        </p:nvSpPr>
        <p:spPr>
          <a:xfrm>
            <a:off x="4722650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 err="1">
                <a:solidFill>
                  <a:schemeClr val="tx1"/>
                </a:solidFill>
              </a:rPr>
              <a:t>트</a:t>
            </a:r>
            <a:endParaRPr lang="ko-KR" altLang="en-US" sz="2600" b="1" dirty="0">
              <a:solidFill>
                <a:schemeClr val="tx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85BB99B5-A5A9-448A-B04C-F706EC15E321}"/>
              </a:ext>
            </a:extLst>
          </p:cNvPr>
          <p:cNvSpPr/>
          <p:nvPr/>
        </p:nvSpPr>
        <p:spPr>
          <a:xfrm>
            <a:off x="5474638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둥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DFB6EAD0-438F-4FF9-8A8D-ACCF12DA5BCF}"/>
              </a:ext>
            </a:extLst>
          </p:cNvPr>
          <p:cNvSpPr/>
          <p:nvPr/>
        </p:nvSpPr>
        <p:spPr>
          <a:xfrm>
            <a:off x="6197703" y="4826537"/>
            <a:ext cx="546061" cy="546061"/>
          </a:xfrm>
          <a:prstGeom prst="roundRect">
            <a:avLst>
              <a:gd name="adj" fmla="val 27260"/>
            </a:avLst>
          </a:prstGeom>
          <a:solidFill>
            <a:srgbClr val="FADD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600" b="1" dirty="0">
                <a:solidFill>
                  <a:schemeClr val="tx1"/>
                </a:solidFill>
              </a:rPr>
              <a:t>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6527F1AE-4144-4C9D-A954-663D839BB981}"/>
              </a:ext>
            </a:extLst>
          </p:cNvPr>
          <p:cNvSpPr/>
          <p:nvPr/>
        </p:nvSpPr>
        <p:spPr>
          <a:xfrm>
            <a:off x="729364" y="1551681"/>
            <a:ext cx="1170130" cy="461183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/>
              <a:t>게임도전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2C48E59-F326-404B-A567-1DA6F2A3EBEA}"/>
              </a:ext>
            </a:extLst>
          </p:cNvPr>
          <p:cNvSpPr txBox="1"/>
          <p:nvPr/>
        </p:nvSpPr>
        <p:spPr>
          <a:xfrm>
            <a:off x="8463390" y="778341"/>
            <a:ext cx="1442610" cy="2757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92" b="1" dirty="0">
                <a:solidFill>
                  <a:srgbClr val="0070C0"/>
                </a:solidFill>
                <a:latin typeface="+mn-ea"/>
              </a:rPr>
              <a:t>4. </a:t>
            </a:r>
            <a:r>
              <a:rPr lang="ko-KR" altLang="en-US" sz="1192" b="1" dirty="0" err="1">
                <a:solidFill>
                  <a:srgbClr val="0070C0"/>
                </a:solidFill>
                <a:latin typeface="+mn-ea"/>
              </a:rPr>
              <a:t>북클럽</a:t>
            </a:r>
            <a:r>
              <a:rPr lang="ko-KR" altLang="en-US" sz="1192" b="1" dirty="0">
                <a:solidFill>
                  <a:srgbClr val="0070C0"/>
                </a:solidFill>
                <a:latin typeface="+mn-ea"/>
              </a:rPr>
              <a:t> 학습</a:t>
            </a: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64</a:t>
            </a:fld>
            <a:endParaRPr lang="ko-KR" altLang="en-US"/>
          </a:p>
        </p:txBody>
      </p:sp>
      <p:sp>
        <p:nvSpPr>
          <p:cNvPr id="31" name="하트 30"/>
          <p:cNvSpPr/>
          <p:nvPr/>
        </p:nvSpPr>
        <p:spPr>
          <a:xfrm>
            <a:off x="7847451" y="1634801"/>
            <a:ext cx="156017" cy="156017"/>
          </a:xfrm>
          <a:prstGeom prst="hear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820886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254802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58887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334926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3231259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2700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2971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워드 서치 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선 긋기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1980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557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557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12351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19145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82933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197943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3717335-3421-4CCD-49E5-42C57A3CFA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247250"/>
              </p:ext>
            </p:extLst>
          </p:nvPr>
        </p:nvGraphicFramePr>
        <p:xfrm>
          <a:off x="307975" y="4263154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B25A593-1674-AE11-7C1D-40F74F5E9EA1}"/>
              </a:ext>
            </a:extLst>
          </p:cNvPr>
          <p:cNvSpPr/>
          <p:nvPr/>
        </p:nvSpPr>
        <p:spPr>
          <a:xfrm>
            <a:off x="6638159" y="461972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6CE50BA-697B-A846-97A3-95B95B49F801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B106354-0197-F300-507F-DBDF6DA0C06C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C5300CD-C667-EA0A-39DA-29273F536D63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274678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4860755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3501567"/>
              </p:ext>
            </p:extLst>
          </p:nvPr>
        </p:nvGraphicFramePr>
        <p:xfrm>
          <a:off x="7562672" y="283032"/>
          <a:ext cx="2307098" cy="362075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질문을 등록하는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선택 시 탐색기를 실행하여 음성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파일을 검색하여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단일첨부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정답을 입력하는 인풋박스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모두 입력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별도의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정보를 본 페이지에 적용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70445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78484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필수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문항 낱말이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 이상 낱말로 구분된 경우 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입력한 문항의 낱말을 확인해 주세요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1059281"/>
          <a:ext cx="7092950" cy="21246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1942707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2952978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워드 서치 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선 긋기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2951987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295757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295757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3752358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659152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422940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2937950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3717335-3421-4CCD-49E5-42C57A3CFA3D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4003161"/>
          <a:ext cx="709295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2950">
                  <a:extLst>
                    <a:ext uri="{9D8B030D-6E8A-4147-A177-3AD203B41FA5}">
                      <a16:colId xmlns:a16="http://schemas.microsoft.com/office/drawing/2014/main" val="174063993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등록을 먼저 진행해 주세요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95878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B25A593-1674-AE11-7C1D-40F74F5E9EA1}"/>
              </a:ext>
            </a:extLst>
          </p:cNvPr>
          <p:cNvSpPr/>
          <p:nvPr/>
        </p:nvSpPr>
        <p:spPr>
          <a:xfrm>
            <a:off x="6638159" y="4359728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0ED1DFB6-CBC1-6C60-76B8-1B12E58F769C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926C748-6C42-BB3C-174A-CCB2A8B054D5}"/>
              </a:ext>
            </a:extLst>
          </p:cNvPr>
          <p:cNvSpPr/>
          <p:nvPr/>
        </p:nvSpPr>
        <p:spPr bwMode="auto">
          <a:xfrm>
            <a:off x="770316" y="1103031"/>
            <a:ext cx="6328367" cy="190222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A0E12BB-BBE4-E44A-8495-66F6AA20AD59}"/>
              </a:ext>
            </a:extLst>
          </p:cNvPr>
          <p:cNvSpPr txBox="1"/>
          <p:nvPr/>
        </p:nvSpPr>
        <p:spPr>
          <a:xfrm>
            <a:off x="887192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항목 추가</a:t>
            </a:r>
            <a:endParaRPr lang="ko-KR" altLang="en-US" sz="1400" b="1" dirty="0">
              <a:latin typeface="+mn-ea"/>
              <a:ea typeface="+mn-ea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1489B5E7-3ED0-5E8A-562B-B4455BD387B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AB9266-133F-A493-5F99-AED56D727F57}"/>
              </a:ext>
            </a:extLst>
          </p:cNvPr>
          <p:cNvSpPr/>
          <p:nvPr/>
        </p:nvSpPr>
        <p:spPr>
          <a:xfrm>
            <a:off x="6089278" y="265330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55FAA66-B8CE-EAC4-3645-005AC2C16505}"/>
              </a:ext>
            </a:extLst>
          </p:cNvPr>
          <p:cNvSpPr/>
          <p:nvPr/>
        </p:nvSpPr>
        <p:spPr>
          <a:xfrm>
            <a:off x="5200086" y="265330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45CD8DE-0837-D67D-BD9A-CA6C1DA5FD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5045217"/>
              </p:ext>
            </p:extLst>
          </p:nvPr>
        </p:nvGraphicFramePr>
        <p:xfrm>
          <a:off x="919980" y="1723168"/>
          <a:ext cx="5940264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7779">
                  <a:extLst>
                    <a:ext uri="{9D8B030D-6E8A-4147-A177-3AD203B41FA5}">
                      <a16:colId xmlns:a16="http://schemas.microsoft.com/office/drawing/2014/main" val="2555494119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2310166"/>
                  </a:ext>
                </a:extLst>
              </a:tr>
              <a:tr h="2022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9860858"/>
                  </a:ext>
                </a:extLst>
              </a:tr>
              <a:tr h="18133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정답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A36B341-2647-EFFB-AB8F-6CC688142F33}"/>
              </a:ext>
            </a:extLst>
          </p:cNvPr>
          <p:cNvSpPr/>
          <p:nvPr/>
        </p:nvSpPr>
        <p:spPr>
          <a:xfrm>
            <a:off x="2278158" y="1766658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974BF59-73E8-F030-D00B-ADEA41345DC7}"/>
              </a:ext>
            </a:extLst>
          </p:cNvPr>
          <p:cNvSpPr/>
          <p:nvPr/>
        </p:nvSpPr>
        <p:spPr>
          <a:xfrm>
            <a:off x="2278158" y="2307132"/>
            <a:ext cx="1639792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C9D09D89-456E-992D-F30E-C1E5782D0F5F}"/>
              </a:ext>
            </a:extLst>
          </p:cNvPr>
          <p:cNvGrpSpPr/>
          <p:nvPr/>
        </p:nvGrpSpPr>
        <p:grpSpPr>
          <a:xfrm>
            <a:off x="2278158" y="2025007"/>
            <a:ext cx="3465263" cy="219602"/>
            <a:chOff x="1509100" y="1278824"/>
            <a:chExt cx="3465263" cy="219602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97B24DB2-3A1F-2D84-B597-4128976328D9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F38F5A7-92BD-D32A-4CD6-71AACBEB9DBA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9FCBEC77-F36A-2F06-2112-31DC88C24026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1EC14344-4BB4-9A48-880C-8076FACA9678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21" name="그림 20">
                <a:extLst>
                  <a:ext uri="{FF2B5EF4-FFF2-40B4-BE49-F238E27FC236}">
                    <a16:creationId xmlns:a16="http://schemas.microsoft.com/office/drawing/2014/main" id="{0AFC87DE-C23D-09DE-3FE5-6D9A9AC559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8D4B53EC-FD3E-5FB6-A9D0-0B61E4531100}"/>
              </a:ext>
            </a:extLst>
          </p:cNvPr>
          <p:cNvSpPr txBox="1"/>
          <p:nvPr/>
        </p:nvSpPr>
        <p:spPr>
          <a:xfrm>
            <a:off x="3890112" y="2256727"/>
            <a:ext cx="602830" cy="268517"/>
          </a:xfrm>
          <a:prstGeom prst="rect">
            <a:avLst/>
          </a:prstGeom>
          <a:noFill/>
        </p:spPr>
        <p:txBody>
          <a:bodyPr wrap="none" lIns="108000" tIns="72000" rIns="108000" bIns="72000" rtlCol="0" anchor="t" anchorCtr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1485F80B-E4C8-1F9F-5FED-F9452A61F7DE}"/>
              </a:ext>
            </a:extLst>
          </p:cNvPr>
          <p:cNvGrpSpPr/>
          <p:nvPr/>
        </p:nvGrpSpPr>
        <p:grpSpPr>
          <a:xfrm rot="5400000" flipH="1">
            <a:off x="6329297" y="1352371"/>
            <a:ext cx="230832" cy="251992"/>
            <a:chOff x="4437623" y="2066810"/>
            <a:chExt cx="230832" cy="251992"/>
          </a:xfrm>
        </p:grpSpPr>
        <p:sp>
          <p:nvSpPr>
            <p:cNvPr id="44" name="눈물 방울 43">
              <a:extLst>
                <a:ext uri="{FF2B5EF4-FFF2-40B4-BE49-F238E27FC236}">
                  <a16:creationId xmlns:a16="http://schemas.microsoft.com/office/drawing/2014/main" id="{4F8051A4-E25E-6F0B-CF2D-92E6C985F2C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C0F4E4B6-4D65-DCEF-9D64-5008E443CF3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398B653B-0D35-FF15-6BFA-5E0CA85B8456}"/>
              </a:ext>
            </a:extLst>
          </p:cNvPr>
          <p:cNvGrpSpPr/>
          <p:nvPr/>
        </p:nvGrpSpPr>
        <p:grpSpPr>
          <a:xfrm rot="5400000" flipH="1">
            <a:off x="4933426" y="2659628"/>
            <a:ext cx="230832" cy="251992"/>
            <a:chOff x="4437623" y="2066810"/>
            <a:chExt cx="230832" cy="251992"/>
          </a:xfrm>
        </p:grpSpPr>
        <p:sp>
          <p:nvSpPr>
            <p:cNvPr id="47" name="눈물 방울 46">
              <a:extLst>
                <a:ext uri="{FF2B5EF4-FFF2-40B4-BE49-F238E27FC236}">
                  <a16:creationId xmlns:a16="http://schemas.microsoft.com/office/drawing/2014/main" id="{04EBE560-2783-85F7-035B-B733D7B1FE2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E262EDC3-1194-FBB4-5B46-66A0068E42D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148AE206-6319-77C5-E849-4D3527D0662B}"/>
              </a:ext>
            </a:extLst>
          </p:cNvPr>
          <p:cNvGrpSpPr/>
          <p:nvPr/>
        </p:nvGrpSpPr>
        <p:grpSpPr>
          <a:xfrm rot="5400000" flipH="1">
            <a:off x="6907905" y="2645308"/>
            <a:ext cx="230832" cy="251992"/>
            <a:chOff x="4437623" y="2066810"/>
            <a:chExt cx="230832" cy="251992"/>
          </a:xfrm>
        </p:grpSpPr>
        <p:sp>
          <p:nvSpPr>
            <p:cNvPr id="50" name="눈물 방울 49">
              <a:extLst>
                <a:ext uri="{FF2B5EF4-FFF2-40B4-BE49-F238E27FC236}">
                  <a16:creationId xmlns:a16="http://schemas.microsoft.com/office/drawing/2014/main" id="{EAA901EA-73D7-8EF0-5353-D79416EF9C58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AB1315B3-F026-12DA-D0EB-8DA90E9FCE8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9442649-191E-B379-7D60-2C10AEE3C45D}"/>
              </a:ext>
            </a:extLst>
          </p:cNvPr>
          <p:cNvGrpSpPr/>
          <p:nvPr/>
        </p:nvGrpSpPr>
        <p:grpSpPr>
          <a:xfrm rot="5400000">
            <a:off x="6367606" y="2939997"/>
            <a:ext cx="230832" cy="333746"/>
            <a:chOff x="6369090" y="6065244"/>
            <a:chExt cx="230832" cy="333746"/>
          </a:xfrm>
        </p:grpSpPr>
        <p:sp>
          <p:nvSpPr>
            <p:cNvPr id="55" name="눈물 방울 54">
              <a:extLst>
                <a:ext uri="{FF2B5EF4-FFF2-40B4-BE49-F238E27FC236}">
                  <a16:creationId xmlns:a16="http://schemas.microsoft.com/office/drawing/2014/main" id="{E08BEAD0-4933-BFCF-512B-707D5C696CA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C0DD4362-74C4-8A64-8D0E-B442779597AA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B32DD2AF-CFF0-89B2-A127-BD6F472CE603}"/>
              </a:ext>
            </a:extLst>
          </p:cNvPr>
          <p:cNvGrpSpPr/>
          <p:nvPr/>
        </p:nvGrpSpPr>
        <p:grpSpPr>
          <a:xfrm rot="5400000" flipH="1">
            <a:off x="650152" y="1708110"/>
            <a:ext cx="230832" cy="251992"/>
            <a:chOff x="4437623" y="2066810"/>
            <a:chExt cx="230832" cy="251992"/>
          </a:xfrm>
        </p:grpSpPr>
        <p:sp>
          <p:nvSpPr>
            <p:cNvPr id="66" name="눈물 방울 65">
              <a:extLst>
                <a:ext uri="{FF2B5EF4-FFF2-40B4-BE49-F238E27FC236}">
                  <a16:creationId xmlns:a16="http://schemas.microsoft.com/office/drawing/2014/main" id="{1D8BFB80-3935-BA94-9675-C793B2CEAF8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F80D247D-6002-B81E-ED55-309D17DEEEE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08888E24-860F-89C4-8B4B-8DBB464203CD}"/>
              </a:ext>
            </a:extLst>
          </p:cNvPr>
          <p:cNvGrpSpPr/>
          <p:nvPr/>
        </p:nvGrpSpPr>
        <p:grpSpPr>
          <a:xfrm rot="5400000" flipH="1">
            <a:off x="650152" y="2002911"/>
            <a:ext cx="230832" cy="251992"/>
            <a:chOff x="4437623" y="2066810"/>
            <a:chExt cx="230832" cy="251992"/>
          </a:xfrm>
        </p:grpSpPr>
        <p:sp>
          <p:nvSpPr>
            <p:cNvPr id="69" name="눈물 방울 68">
              <a:extLst>
                <a:ext uri="{FF2B5EF4-FFF2-40B4-BE49-F238E27FC236}">
                  <a16:creationId xmlns:a16="http://schemas.microsoft.com/office/drawing/2014/main" id="{7DC78802-080B-1B10-D916-B61FB740CA1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F9244E0A-8BE4-CE22-C77F-9BCD52AB6CA7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6C8B58BE-2FAF-14DE-9E5D-6B242199A9F8}"/>
              </a:ext>
            </a:extLst>
          </p:cNvPr>
          <p:cNvGrpSpPr/>
          <p:nvPr/>
        </p:nvGrpSpPr>
        <p:grpSpPr>
          <a:xfrm rot="5400000" flipH="1">
            <a:off x="650152" y="2251373"/>
            <a:ext cx="230832" cy="251992"/>
            <a:chOff x="4437623" y="2066810"/>
            <a:chExt cx="230832" cy="251992"/>
          </a:xfrm>
        </p:grpSpPr>
        <p:sp>
          <p:nvSpPr>
            <p:cNvPr id="72" name="눈물 방울 71">
              <a:extLst>
                <a:ext uri="{FF2B5EF4-FFF2-40B4-BE49-F238E27FC236}">
                  <a16:creationId xmlns:a16="http://schemas.microsoft.com/office/drawing/2014/main" id="{34D56CC9-EA8A-92AB-B7CC-6E43E577326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6868E624-2507-504B-1249-0314DBAF985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59845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25068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00363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0948638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13411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23682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워드 서치 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선 긋기</a:t>
              </a: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22691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6461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6461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23062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9856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93644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8654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FE88F67E-FEF1-D378-3484-10965EC9B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6726159"/>
              </p:ext>
            </p:extLst>
          </p:nvPr>
        </p:nvGraphicFramePr>
        <p:xfrm>
          <a:off x="307975" y="4665890"/>
          <a:ext cx="7092950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2686">
                  <a:extLst>
                    <a:ext uri="{9D8B030D-6E8A-4147-A177-3AD203B41FA5}">
                      <a16:colId xmlns:a16="http://schemas.microsoft.com/office/drawing/2014/main" val="1628976559"/>
                    </a:ext>
                  </a:extLst>
                </a:gridCol>
                <a:gridCol w="1297779">
                  <a:extLst>
                    <a:ext uri="{9D8B030D-6E8A-4147-A177-3AD203B41FA5}">
                      <a16:colId xmlns:a16="http://schemas.microsoft.com/office/drawing/2014/main" val="2600580026"/>
                    </a:ext>
                  </a:extLst>
                </a:gridCol>
                <a:gridCol w="4642485">
                  <a:extLst>
                    <a:ext uri="{9D8B030D-6E8A-4147-A177-3AD203B41FA5}">
                      <a16:colId xmlns:a16="http://schemas.microsoft.com/office/drawing/2014/main" val="4283665422"/>
                    </a:ext>
                  </a:extLst>
                </a:gridCol>
              </a:tblGrid>
              <a:tr h="0">
                <a:tc rowSpan="3"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낱말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질문 문구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마음이 어질고 자애로움</a:t>
                      </a:r>
                      <a:endParaRPr lang="en-US" altLang="ko-KR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43314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낱말 음성 파일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u="sng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word_voice.mp3</a:t>
                      </a:r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7798512"/>
                  </a:ext>
                </a:extLst>
              </a:tr>
              <a:tr h="2022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정답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인자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695976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F71A2C8C-F6E0-7AF3-A378-0DE130BEC3A3}"/>
              </a:ext>
            </a:extLst>
          </p:cNvPr>
          <p:cNvSpPr/>
          <p:nvPr/>
        </p:nvSpPr>
        <p:spPr>
          <a:xfrm>
            <a:off x="6638159" y="5604414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E41E30F-ACAE-E43E-E023-94981A906042}"/>
              </a:ext>
            </a:extLst>
          </p:cNvPr>
          <p:cNvSpPr/>
          <p:nvPr/>
        </p:nvSpPr>
        <p:spPr>
          <a:xfrm>
            <a:off x="307975" y="560441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4D9C1C0-EA0D-E026-3C55-CDF6245557C2}"/>
              </a:ext>
            </a:extLst>
          </p:cNvPr>
          <p:cNvSpPr/>
          <p:nvPr/>
        </p:nvSpPr>
        <p:spPr>
          <a:xfrm>
            <a:off x="5748967" y="560441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D80A51-AF1B-1926-13B1-BBCF9C33AF2C}"/>
              </a:ext>
            </a:extLst>
          </p:cNvPr>
          <p:cNvSpPr txBox="1"/>
          <p:nvPr/>
        </p:nvSpPr>
        <p:spPr>
          <a:xfrm>
            <a:off x="307975" y="4023062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467D82F8-5214-0056-C6D8-288A2D052A2B}"/>
              </a:ext>
            </a:extLst>
          </p:cNvPr>
          <p:cNvGrpSpPr/>
          <p:nvPr/>
        </p:nvGrpSpPr>
        <p:grpSpPr>
          <a:xfrm rot="5400000" flipH="1">
            <a:off x="66563" y="4205702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08590CBF-0C6A-F965-9B17-5F545C06808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AFD0586F-2749-C671-47FE-D0F1D6E198A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CE3754FC-4CB9-8DF2-5557-B4BA59E40EC2}"/>
              </a:ext>
            </a:extLst>
          </p:cNvPr>
          <p:cNvGrpSpPr/>
          <p:nvPr/>
        </p:nvGrpSpPr>
        <p:grpSpPr>
          <a:xfrm rot="5400000" flipH="1">
            <a:off x="66563" y="5014005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1C1A292C-5AC3-096F-12D2-6BA66541A18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C095AB48-4D34-7ED0-9A36-37821FAF560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F0A9C215-8A50-6EA8-88EF-45EFD31E2170}"/>
              </a:ext>
            </a:extLst>
          </p:cNvPr>
          <p:cNvGrpSpPr/>
          <p:nvPr/>
        </p:nvGrpSpPr>
        <p:grpSpPr>
          <a:xfrm rot="5400000" flipH="1">
            <a:off x="5496661" y="5609557"/>
            <a:ext cx="230832" cy="251992"/>
            <a:chOff x="4437623" y="2066810"/>
            <a:chExt cx="230832" cy="251992"/>
          </a:xfrm>
        </p:grpSpPr>
        <p:sp>
          <p:nvSpPr>
            <p:cNvPr id="17" name="눈물 방울 16">
              <a:extLst>
                <a:ext uri="{FF2B5EF4-FFF2-40B4-BE49-F238E27FC236}">
                  <a16:creationId xmlns:a16="http://schemas.microsoft.com/office/drawing/2014/main" id="{E4A2F476-233A-9396-5C23-1869EDD4688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B0DD40DB-CD35-4D4E-5023-29D6E35C478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6B26354C-56FE-C2B2-AE6D-4DD2B4EF4F87}"/>
              </a:ext>
            </a:extLst>
          </p:cNvPr>
          <p:cNvGrpSpPr/>
          <p:nvPr/>
        </p:nvGrpSpPr>
        <p:grpSpPr>
          <a:xfrm rot="5400000" flipH="1">
            <a:off x="6907905" y="5900775"/>
            <a:ext cx="230832" cy="251992"/>
            <a:chOff x="4437623" y="2066810"/>
            <a:chExt cx="230832" cy="251992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359CCD4F-B600-FEA3-AC6B-B6A51C135FE0}"/>
                </a:ext>
              </a:extLst>
            </p:cNvPr>
            <p:cNvSpPr/>
            <p:nvPr/>
          </p:nvSpPr>
          <p:spPr>
            <a:xfrm rot="27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F00F033-EDC9-2E63-81CA-AEED9473DE8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7108E809-C2FA-3BF7-C518-24CC593340ED}"/>
              </a:ext>
            </a:extLst>
          </p:cNvPr>
          <p:cNvGrpSpPr/>
          <p:nvPr/>
        </p:nvGrpSpPr>
        <p:grpSpPr>
          <a:xfrm rot="5400000">
            <a:off x="577721" y="5909460"/>
            <a:ext cx="230832" cy="333746"/>
            <a:chOff x="6369090" y="6065244"/>
            <a:chExt cx="230832" cy="333746"/>
          </a:xfrm>
        </p:grpSpPr>
        <p:sp>
          <p:nvSpPr>
            <p:cNvPr id="23" name="눈물 방울 22">
              <a:extLst>
                <a:ext uri="{FF2B5EF4-FFF2-40B4-BE49-F238E27FC236}">
                  <a16:creationId xmlns:a16="http://schemas.microsoft.com/office/drawing/2014/main" id="{3DC806DC-AC88-1C8C-DD32-5FCCEE1662A2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5AC02716-0AD4-5327-C74A-714EA9BD79F7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43" name="Group 134">
            <a:extLst>
              <a:ext uri="{FF2B5EF4-FFF2-40B4-BE49-F238E27FC236}">
                <a16:creationId xmlns:a16="http://schemas.microsoft.com/office/drawing/2014/main" id="{23565E9E-F25B-C5EE-2332-C54176AE24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1594286"/>
              </p:ext>
            </p:extLst>
          </p:nvPr>
        </p:nvGraphicFramePr>
        <p:xfrm>
          <a:off x="7562672" y="283032"/>
          <a:ext cx="2307098" cy="389013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게임 방식을 선택 하여 낱말을 등록 양식을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- 2x2 : 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낱말로된 단어를 맞추는 형태로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낱말 입력란을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- 4x4 : 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낱말로된 단어를 맞추는 형태로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낱말을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64885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게임 정보를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목록에서도 삭제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팝업으로 정보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2F05F552-0C78-4970-DF7D-3586DF35891D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8B4808C-3CFB-B278-7BFD-67CC57D7D71F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199EC03-70C3-D487-A942-9BFDA047034B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ABE68398-2D48-6EFA-B098-27F7255306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7643238"/>
              </p:ext>
            </p:extLst>
          </p:nvPr>
        </p:nvGraphicFramePr>
        <p:xfrm>
          <a:off x="307975" y="4219654"/>
          <a:ext cx="7092950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012789602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029383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방식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604403"/>
                  </a:ext>
                </a:extLst>
              </a:tr>
            </a:tbl>
          </a:graphicData>
        </a:graphic>
      </p:graphicFrame>
      <p:grpSp>
        <p:nvGrpSpPr>
          <p:cNvPr id="48" name="그룹 47">
            <a:extLst>
              <a:ext uri="{FF2B5EF4-FFF2-40B4-BE49-F238E27FC236}">
                <a16:creationId xmlns:a16="http://schemas.microsoft.com/office/drawing/2014/main" id="{476703A7-2378-139C-6D9A-A1DA3938F21C}"/>
              </a:ext>
            </a:extLst>
          </p:cNvPr>
          <p:cNvGrpSpPr/>
          <p:nvPr/>
        </p:nvGrpSpPr>
        <p:grpSpPr>
          <a:xfrm>
            <a:off x="1509100" y="4279792"/>
            <a:ext cx="732660" cy="149845"/>
            <a:chOff x="1504626" y="2963362"/>
            <a:chExt cx="732660" cy="149845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821D7EE7-6109-2394-D5BE-89E24EF520E4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4X4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04890613-9B9E-B04D-468A-D01194C1E511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87B220A9-7F62-5602-2B88-B50EE34DCEFC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2X2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4" name="타원 53">
                <a:extLst>
                  <a:ext uri="{FF2B5EF4-FFF2-40B4-BE49-F238E27FC236}">
                    <a16:creationId xmlns:a16="http://schemas.microsoft.com/office/drawing/2014/main" id="{DAD04228-0532-63DE-5F4F-E857DD0C9AC5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F3E145EE-6277-332A-9F05-5B1AD5880D40}"/>
              </a:ext>
            </a:extLst>
          </p:cNvPr>
          <p:cNvGrpSpPr/>
          <p:nvPr/>
        </p:nvGrpSpPr>
        <p:grpSpPr>
          <a:xfrm rot="5400000" flipH="1">
            <a:off x="66563" y="5582656"/>
            <a:ext cx="230832" cy="251992"/>
            <a:chOff x="4437623" y="2066810"/>
            <a:chExt cx="230832" cy="251992"/>
          </a:xfrm>
        </p:grpSpPr>
        <p:sp>
          <p:nvSpPr>
            <p:cNvPr id="64" name="눈물 방울 63">
              <a:extLst>
                <a:ext uri="{FF2B5EF4-FFF2-40B4-BE49-F238E27FC236}">
                  <a16:creationId xmlns:a16="http://schemas.microsoft.com/office/drawing/2014/main" id="{B4E30E46-2558-DCC1-9C62-80F8B232E09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30BDE8D4-3B2C-7DBB-C469-1836F1C48BF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393459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제목 16">
            <a:extLst>
              <a:ext uri="{FF2B5EF4-FFF2-40B4-BE49-F238E27FC236}">
                <a16:creationId xmlns:a16="http://schemas.microsoft.com/office/drawing/2014/main" id="{99D674D3-4F0F-49C5-A519-0A56C7BA8F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워드 서치</a:t>
            </a:r>
            <a:r>
              <a:rPr lang="en-US" altLang="ko-KR"/>
              <a:t>(</a:t>
            </a:r>
            <a:r>
              <a:rPr lang="ko-KR" altLang="en-US"/>
              <a:t>선긋기</a:t>
            </a:r>
            <a:r>
              <a:rPr lang="en-US" altLang="ko-KR"/>
              <a:t> ) - 2x2</a:t>
            </a:r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4187814-64D9-4BB2-97D8-BB3E4412DCC3}"/>
              </a:ext>
            </a:extLst>
          </p:cNvPr>
          <p:cNvSpPr txBox="1"/>
          <p:nvPr/>
        </p:nvSpPr>
        <p:spPr>
          <a:xfrm>
            <a:off x="896550" y="1750419"/>
            <a:ext cx="3195105" cy="2757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92" b="1" dirty="0">
                <a:solidFill>
                  <a:schemeClr val="bg1"/>
                </a:solidFill>
              </a:rPr>
              <a:t>다음의 뜻에 맞는 단어를 차례로 그어주세요</a:t>
            </a:r>
            <a:r>
              <a:rPr lang="en-US" altLang="ko-KR" sz="1192" b="1" dirty="0">
                <a:solidFill>
                  <a:schemeClr val="bg1"/>
                </a:solidFill>
              </a:rPr>
              <a:t>.</a:t>
            </a:r>
          </a:p>
        </p:txBody>
      </p:sp>
      <p:pic>
        <p:nvPicPr>
          <p:cNvPr id="22" name="그래픽 21">
            <a:extLst>
              <a:ext uri="{FF2B5EF4-FFF2-40B4-BE49-F238E27FC236}">
                <a16:creationId xmlns:a16="http://schemas.microsoft.com/office/drawing/2014/main" id="{5C8A5671-2B31-46E3-9BC4-DAE28EE8A9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251521" y="2417482"/>
            <a:ext cx="950975" cy="1050252"/>
          </a:xfrm>
          <a:prstGeom prst="rect">
            <a:avLst/>
          </a:prstGeom>
        </p:spPr>
      </p:pic>
      <p:pic>
        <p:nvPicPr>
          <p:cNvPr id="26" name="그래픽 25">
            <a:extLst>
              <a:ext uri="{FF2B5EF4-FFF2-40B4-BE49-F238E27FC236}">
                <a16:creationId xmlns:a16="http://schemas.microsoft.com/office/drawing/2014/main" id="{8C8E32A0-6DB0-4CDF-B856-7FC2C0EE94E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70051" y="2432448"/>
            <a:ext cx="2565446" cy="2823639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58378F5-B9E0-424C-9506-74AFDBDD884F}"/>
              </a:ext>
            </a:extLst>
          </p:cNvPr>
          <p:cNvSpPr txBox="1"/>
          <p:nvPr/>
        </p:nvSpPr>
        <p:spPr>
          <a:xfrm>
            <a:off x="1526579" y="3529170"/>
            <a:ext cx="1794199" cy="6538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300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마음이 어질고 자애로움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9ACE54-3F82-4EC7-935B-70E8842576CD}"/>
              </a:ext>
            </a:extLst>
          </p:cNvPr>
          <p:cNvSpPr/>
          <p:nvPr/>
        </p:nvSpPr>
        <p:spPr>
          <a:xfrm>
            <a:off x="1880510" y="2817471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7DD5EB1-61A7-456F-B9DB-8900C982692B}"/>
              </a:ext>
            </a:extLst>
          </p:cNvPr>
          <p:cNvSpPr/>
          <p:nvPr/>
        </p:nvSpPr>
        <p:spPr>
          <a:xfrm>
            <a:off x="2430040" y="2817471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8" name="그래픽 27">
            <a:extLst>
              <a:ext uri="{FF2B5EF4-FFF2-40B4-BE49-F238E27FC236}">
                <a16:creationId xmlns:a16="http://schemas.microsoft.com/office/drawing/2014/main" id="{4B4A75A0-1A32-419E-8894-76096A465FA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993780" y="4443113"/>
            <a:ext cx="859798" cy="749302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0600A08D-DF0D-4C73-8F31-A4A0E3A5F613}"/>
              </a:ext>
            </a:extLst>
          </p:cNvPr>
          <p:cNvSpPr txBox="1"/>
          <p:nvPr/>
        </p:nvSpPr>
        <p:spPr>
          <a:xfrm>
            <a:off x="5401856" y="2579313"/>
            <a:ext cx="628698" cy="6258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3467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인</a:t>
            </a:r>
          </a:p>
        </p:txBody>
      </p:sp>
      <p:pic>
        <p:nvPicPr>
          <p:cNvPr id="32" name="그래픽 31">
            <a:extLst>
              <a:ext uri="{FF2B5EF4-FFF2-40B4-BE49-F238E27FC236}">
                <a16:creationId xmlns:a16="http://schemas.microsoft.com/office/drawing/2014/main" id="{A4D742EA-DA07-43D2-AD71-B2B9247B52A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531347" y="2417482"/>
            <a:ext cx="950975" cy="1050252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B621AFEE-81AE-43AF-8872-6A3C50FDC2E2}"/>
              </a:ext>
            </a:extLst>
          </p:cNvPr>
          <p:cNvSpPr txBox="1"/>
          <p:nvPr/>
        </p:nvSpPr>
        <p:spPr>
          <a:xfrm>
            <a:off x="6681682" y="2579313"/>
            <a:ext cx="628698" cy="6258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3467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존</a:t>
            </a:r>
          </a:p>
        </p:txBody>
      </p:sp>
      <p:pic>
        <p:nvPicPr>
          <p:cNvPr id="34" name="그래픽 33">
            <a:extLst>
              <a:ext uri="{FF2B5EF4-FFF2-40B4-BE49-F238E27FC236}">
                <a16:creationId xmlns:a16="http://schemas.microsoft.com/office/drawing/2014/main" id="{D96BE8DE-519B-43A2-806B-064AC7BFFF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251521" y="3574388"/>
            <a:ext cx="950975" cy="1050252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7A5A0666-39BC-4751-A8B7-7729A65058D0}"/>
              </a:ext>
            </a:extLst>
          </p:cNvPr>
          <p:cNvSpPr txBox="1"/>
          <p:nvPr/>
        </p:nvSpPr>
        <p:spPr>
          <a:xfrm>
            <a:off x="5401856" y="3736219"/>
            <a:ext cx="628698" cy="6258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3467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엄</a:t>
            </a:r>
          </a:p>
        </p:txBody>
      </p:sp>
      <p:pic>
        <p:nvPicPr>
          <p:cNvPr id="36" name="그래픽 35">
            <a:extLst>
              <a:ext uri="{FF2B5EF4-FFF2-40B4-BE49-F238E27FC236}">
                <a16:creationId xmlns:a16="http://schemas.microsoft.com/office/drawing/2014/main" id="{72414B2E-632B-43E3-839D-C5029CCB0C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531347" y="3574388"/>
            <a:ext cx="950975" cy="1050252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A29F8DFC-0FFE-440B-9D25-F73193AE5793}"/>
              </a:ext>
            </a:extLst>
          </p:cNvPr>
          <p:cNvSpPr txBox="1"/>
          <p:nvPr/>
        </p:nvSpPr>
        <p:spPr>
          <a:xfrm>
            <a:off x="6681682" y="3736219"/>
            <a:ext cx="628698" cy="6258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3467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자</a:t>
            </a:r>
          </a:p>
        </p:txBody>
      </p:sp>
      <p:pic>
        <p:nvPicPr>
          <p:cNvPr id="47" name="그래픽 46">
            <a:extLst>
              <a:ext uri="{FF2B5EF4-FFF2-40B4-BE49-F238E27FC236}">
                <a16:creationId xmlns:a16="http://schemas.microsoft.com/office/drawing/2014/main" id="{D8603FE5-94D6-4175-BCA3-18C8DDE3809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39321" y="5177943"/>
            <a:ext cx="420047" cy="468052"/>
          </a:xfrm>
          <a:prstGeom prst="rect">
            <a:avLst/>
          </a:prstGeom>
        </p:spPr>
      </p:pic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BBDB7297-A25D-476F-AC30-083D664E1AC3}"/>
              </a:ext>
            </a:extLst>
          </p:cNvPr>
          <p:cNvSpPr/>
          <p:nvPr/>
        </p:nvSpPr>
        <p:spPr>
          <a:xfrm rot="18796075">
            <a:off x="6050495" y="2232920"/>
            <a:ext cx="625093" cy="2468415"/>
          </a:xfrm>
          <a:prstGeom prst="roundRect">
            <a:avLst>
              <a:gd name="adj" fmla="val 49239"/>
            </a:avLst>
          </a:prstGeom>
          <a:solidFill>
            <a:srgbClr val="FF00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9" name="그림 18">
            <a:extLst>
              <a:ext uri="{FF2B5EF4-FFF2-40B4-BE49-F238E27FC236}">
                <a16:creationId xmlns:a16="http://schemas.microsoft.com/office/drawing/2014/main" id="{B7362925-55F0-475B-B8A6-62CEDEA74A0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75886" y="3339095"/>
            <a:ext cx="299988" cy="310514"/>
          </a:xfrm>
          <a:prstGeom prst="rect">
            <a:avLst/>
          </a:prstGeom>
          <a:ln>
            <a:noFill/>
          </a:ln>
        </p:spPr>
      </p:pic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0F5A7D6B-2BB9-4058-9487-B6DFBE6C4BEF}"/>
              </a:ext>
            </a:extLst>
          </p:cNvPr>
          <p:cNvSpPr/>
          <p:nvPr/>
        </p:nvSpPr>
        <p:spPr>
          <a:xfrm>
            <a:off x="584515" y="1332992"/>
            <a:ext cx="875287" cy="344976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5" b="1" dirty="0"/>
              <a:t>게임도전</a:t>
            </a:r>
          </a:p>
        </p:txBody>
      </p:sp>
      <p:cxnSp>
        <p:nvCxnSpPr>
          <p:cNvPr id="4" name="직선 화살표 연결선 3">
            <a:extLst>
              <a:ext uri="{FF2B5EF4-FFF2-40B4-BE49-F238E27FC236}">
                <a16:creationId xmlns:a16="http://schemas.microsoft.com/office/drawing/2014/main" id="{A7DA1C4F-4F22-4A8D-B474-1C2A6AC8FDCE}"/>
              </a:ext>
            </a:extLst>
          </p:cNvPr>
          <p:cNvCxnSpPr>
            <a:cxnSpLocks/>
          </p:cNvCxnSpPr>
          <p:nvPr/>
        </p:nvCxnSpPr>
        <p:spPr>
          <a:xfrm>
            <a:off x="5965923" y="3080544"/>
            <a:ext cx="781277" cy="738500"/>
          </a:xfrm>
          <a:prstGeom prst="straightConnector1">
            <a:avLst/>
          </a:prstGeom>
          <a:ln w="57150">
            <a:solidFill>
              <a:srgbClr val="00AEF0"/>
            </a:solidFill>
            <a:prstDash val="solid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052846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제목 16">
            <a:extLst>
              <a:ext uri="{FF2B5EF4-FFF2-40B4-BE49-F238E27FC236}">
                <a16:creationId xmlns:a16="http://schemas.microsoft.com/office/drawing/2014/main" id="{99D674D3-4F0F-49C5-A519-0A56C7BA8F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워드 서치 </a:t>
            </a:r>
            <a:r>
              <a:rPr lang="en-US" altLang="ko-KR"/>
              <a:t>(</a:t>
            </a:r>
            <a:r>
              <a:rPr lang="ko-KR" altLang="en-US"/>
              <a:t>선긋기</a:t>
            </a:r>
            <a:r>
              <a:rPr lang="en-US" altLang="ko-KR"/>
              <a:t> ) - 4x4</a:t>
            </a:r>
            <a:endParaRPr lang="ko-KR" altLang="en-US" dirty="0"/>
          </a:p>
        </p:txBody>
      </p:sp>
      <p:pic>
        <p:nvPicPr>
          <p:cNvPr id="26" name="그래픽 25">
            <a:extLst>
              <a:ext uri="{FF2B5EF4-FFF2-40B4-BE49-F238E27FC236}">
                <a16:creationId xmlns:a16="http://schemas.microsoft.com/office/drawing/2014/main" id="{8C8E32A0-6DB0-4CDF-B856-7FC2C0EE94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70051" y="2432448"/>
            <a:ext cx="2565446" cy="2823639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58378F5-B9E0-424C-9506-74AFDBDD884F}"/>
              </a:ext>
            </a:extLst>
          </p:cNvPr>
          <p:cNvSpPr txBox="1"/>
          <p:nvPr/>
        </p:nvSpPr>
        <p:spPr>
          <a:xfrm>
            <a:off x="1526579" y="3529170"/>
            <a:ext cx="2022265" cy="6538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300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무슨 영문인지 잘 몰라서 </a:t>
            </a:r>
            <a:endParaRPr lang="en-US" altLang="ko-KR" sz="1300" dirty="0">
              <a:latin typeface="08서울남산체 B" panose="02020603020101020101" pitchFamily="18" charset="-127"/>
              <a:ea typeface="08서울남산체 B" panose="0202060302010102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300" dirty="0" err="1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어떨떨</a:t>
            </a:r>
            <a:r>
              <a:rPr lang="ko-KR" altLang="en-US" sz="1300" dirty="0">
                <a:latin typeface="08서울남산체 B" panose="02020603020101020101" pitchFamily="18" charset="-127"/>
                <a:ea typeface="08서울남산체 B" panose="02020603020101020101" pitchFamily="18" charset="-127"/>
              </a:rPr>
              <a:t> 하다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9ACE54-3F82-4EC7-935B-70E8842576CD}"/>
              </a:ext>
            </a:extLst>
          </p:cNvPr>
          <p:cNvSpPr/>
          <p:nvPr/>
        </p:nvSpPr>
        <p:spPr>
          <a:xfrm>
            <a:off x="1437414" y="2945606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7DD5EB1-61A7-456F-B9DB-8900C982692B}"/>
              </a:ext>
            </a:extLst>
          </p:cNvPr>
          <p:cNvSpPr/>
          <p:nvPr/>
        </p:nvSpPr>
        <p:spPr>
          <a:xfrm>
            <a:off x="1928220" y="2942608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8" name="그래픽 27">
            <a:extLst>
              <a:ext uri="{FF2B5EF4-FFF2-40B4-BE49-F238E27FC236}">
                <a16:creationId xmlns:a16="http://schemas.microsoft.com/office/drawing/2014/main" id="{4B4A75A0-1A32-419E-8894-76096A465F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993780" y="4443113"/>
            <a:ext cx="859798" cy="749302"/>
          </a:xfrm>
          <a:prstGeom prst="rect">
            <a:avLst/>
          </a:prstGeom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23877A6B-2FA4-4EFA-9750-5D3C3B8545A8}"/>
              </a:ext>
            </a:extLst>
          </p:cNvPr>
          <p:cNvGrpSpPr/>
          <p:nvPr/>
        </p:nvGrpSpPr>
        <p:grpSpPr>
          <a:xfrm>
            <a:off x="5187029" y="2258870"/>
            <a:ext cx="562729" cy="621475"/>
            <a:chOff x="4832036" y="1776299"/>
            <a:chExt cx="519442" cy="573669"/>
          </a:xfrm>
        </p:grpSpPr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5C8A5671-2B31-46E3-9BC4-DAE28EE8A93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600A08D-DF0D-4C73-8F31-A4A0E3A5F613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어</a:t>
              </a:r>
            </a:p>
          </p:txBody>
        </p:sp>
      </p:grpSp>
      <p:pic>
        <p:nvPicPr>
          <p:cNvPr id="47" name="그래픽 46">
            <a:extLst>
              <a:ext uri="{FF2B5EF4-FFF2-40B4-BE49-F238E27FC236}">
                <a16:creationId xmlns:a16="http://schemas.microsoft.com/office/drawing/2014/main" id="{D8603FE5-94D6-4175-BCA3-18C8DDE3809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39321" y="5177943"/>
            <a:ext cx="420047" cy="468052"/>
          </a:xfrm>
          <a:prstGeom prst="rect">
            <a:avLst/>
          </a:prstGeom>
        </p:spPr>
      </p:pic>
      <p:sp>
        <p:nvSpPr>
          <p:cNvPr id="18" name="타원 17">
            <a:extLst>
              <a:ext uri="{FF2B5EF4-FFF2-40B4-BE49-F238E27FC236}">
                <a16:creationId xmlns:a16="http://schemas.microsoft.com/office/drawing/2014/main" id="{4076864E-2342-488C-BBEE-79B843F23760}"/>
              </a:ext>
            </a:extLst>
          </p:cNvPr>
          <p:cNvSpPr/>
          <p:nvPr/>
        </p:nvSpPr>
        <p:spPr>
          <a:xfrm>
            <a:off x="2442475" y="2945606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B4B97387-3427-4036-889C-36C2B0F92445}"/>
              </a:ext>
            </a:extLst>
          </p:cNvPr>
          <p:cNvSpPr/>
          <p:nvPr/>
        </p:nvSpPr>
        <p:spPr>
          <a:xfrm>
            <a:off x="2933282" y="2942608"/>
            <a:ext cx="437416" cy="437416"/>
          </a:xfrm>
          <a:prstGeom prst="ellipse">
            <a:avLst/>
          </a:prstGeom>
          <a:solidFill>
            <a:srgbClr val="FADD4E"/>
          </a:solidFill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4D08DB71-1D7E-4E9A-AACD-F9FB8348DEA4}"/>
              </a:ext>
            </a:extLst>
          </p:cNvPr>
          <p:cNvGrpSpPr/>
          <p:nvPr/>
        </p:nvGrpSpPr>
        <p:grpSpPr>
          <a:xfrm>
            <a:off x="5816096" y="2258870"/>
            <a:ext cx="562729" cy="621475"/>
            <a:chOff x="4832036" y="1776299"/>
            <a:chExt cx="519442" cy="573669"/>
          </a:xfrm>
        </p:grpSpPr>
        <p:pic>
          <p:nvPicPr>
            <p:cNvPr id="48" name="그래픽 47">
              <a:extLst>
                <a:ext uri="{FF2B5EF4-FFF2-40B4-BE49-F238E27FC236}">
                  <a16:creationId xmlns:a16="http://schemas.microsoft.com/office/drawing/2014/main" id="{9F8C2F1E-52F4-4562-A3F5-2E921AEC0A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32F0FC4-A3D5-46DF-A765-16F0E1ECE35E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으</a:t>
              </a: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F7ED2C2C-4CCC-457C-A446-436C1B45477C}"/>
              </a:ext>
            </a:extLst>
          </p:cNvPr>
          <p:cNvGrpSpPr/>
          <p:nvPr/>
        </p:nvGrpSpPr>
        <p:grpSpPr>
          <a:xfrm>
            <a:off x="6445163" y="2258870"/>
            <a:ext cx="562729" cy="621475"/>
            <a:chOff x="4832036" y="1776299"/>
            <a:chExt cx="519442" cy="573669"/>
          </a:xfrm>
        </p:grpSpPr>
        <p:pic>
          <p:nvPicPr>
            <p:cNvPr id="51" name="그래픽 50">
              <a:extLst>
                <a:ext uri="{FF2B5EF4-FFF2-40B4-BE49-F238E27FC236}">
                  <a16:creationId xmlns:a16="http://schemas.microsoft.com/office/drawing/2014/main" id="{B0C44D33-BD0F-4C6A-927F-959B9E7616B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013E414-6BF3-4487-A0D0-2BDCC2A4691C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경</a:t>
              </a: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FD3F8D-9759-44D5-8F5C-2B98A481DD41}"/>
              </a:ext>
            </a:extLst>
          </p:cNvPr>
          <p:cNvGrpSpPr/>
          <p:nvPr/>
        </p:nvGrpSpPr>
        <p:grpSpPr>
          <a:xfrm>
            <a:off x="7095922" y="2258870"/>
            <a:ext cx="562729" cy="621475"/>
            <a:chOff x="4832036" y="1776299"/>
            <a:chExt cx="519442" cy="573669"/>
          </a:xfrm>
        </p:grpSpPr>
        <p:pic>
          <p:nvPicPr>
            <p:cNvPr id="54" name="그래픽 53">
              <a:extLst>
                <a:ext uri="{FF2B5EF4-FFF2-40B4-BE49-F238E27FC236}">
                  <a16:creationId xmlns:a16="http://schemas.microsoft.com/office/drawing/2014/main" id="{3ACCC41A-D522-4747-A2AC-60A9C16E2C0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1368D4E-EF5A-4519-A72D-9F8F2970C7C3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 err="1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험</a:t>
              </a:r>
              <a:endParaRPr lang="ko-KR" altLang="en-US" sz="2600" dirty="0">
                <a:latin typeface="08서울남산체 B" panose="02020603020101020101" pitchFamily="18" charset="-127"/>
                <a:ea typeface="08서울남산체 B" panose="02020603020101020101" pitchFamily="18" charset="-127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5ECDCFE-C4D6-42B1-AC8E-08762ABF75E8}"/>
              </a:ext>
            </a:extLst>
          </p:cNvPr>
          <p:cNvGrpSpPr/>
          <p:nvPr/>
        </p:nvGrpSpPr>
        <p:grpSpPr>
          <a:xfrm>
            <a:off x="5187029" y="2981937"/>
            <a:ext cx="562729" cy="621475"/>
            <a:chOff x="4832036" y="1776299"/>
            <a:chExt cx="519442" cy="573669"/>
          </a:xfrm>
        </p:grpSpPr>
        <p:pic>
          <p:nvPicPr>
            <p:cNvPr id="57" name="그래픽 56">
              <a:extLst>
                <a:ext uri="{FF2B5EF4-FFF2-40B4-BE49-F238E27FC236}">
                  <a16:creationId xmlns:a16="http://schemas.microsoft.com/office/drawing/2014/main" id="{A68539C5-7D3B-463F-BB8A-2EEA5FE389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57B2232-B587-4353-B116-E964CC0A930D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정</a:t>
              </a:r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FCD50E7-A17A-4747-9BC5-3F6E3D798079}"/>
              </a:ext>
            </a:extLst>
          </p:cNvPr>
          <p:cNvGrpSpPr/>
          <p:nvPr/>
        </p:nvGrpSpPr>
        <p:grpSpPr>
          <a:xfrm>
            <a:off x="5816096" y="2981937"/>
            <a:ext cx="562729" cy="621475"/>
            <a:chOff x="4832036" y="1776299"/>
            <a:chExt cx="519442" cy="573669"/>
          </a:xfrm>
        </p:grpSpPr>
        <p:pic>
          <p:nvPicPr>
            <p:cNvPr id="60" name="그래픽 59">
              <a:extLst>
                <a:ext uri="{FF2B5EF4-FFF2-40B4-BE49-F238E27FC236}">
                  <a16:creationId xmlns:a16="http://schemas.microsoft.com/office/drawing/2014/main" id="{DB75A861-5CC1-41C9-8B12-901ACB63448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8610E1B-5AD5-4050-9105-A52C758CBFD9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리</a:t>
              </a: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59EEB63-E14F-471D-A014-C6C47684CED7}"/>
              </a:ext>
            </a:extLst>
          </p:cNvPr>
          <p:cNvGrpSpPr/>
          <p:nvPr/>
        </p:nvGrpSpPr>
        <p:grpSpPr>
          <a:xfrm>
            <a:off x="6445163" y="2981937"/>
            <a:ext cx="562729" cy="621475"/>
            <a:chOff x="4832036" y="1776299"/>
            <a:chExt cx="519442" cy="573669"/>
          </a:xfrm>
        </p:grpSpPr>
        <p:pic>
          <p:nvPicPr>
            <p:cNvPr id="63" name="그래픽 62">
              <a:extLst>
                <a:ext uri="{FF2B5EF4-FFF2-40B4-BE49-F238E27FC236}">
                  <a16:creationId xmlns:a16="http://schemas.microsoft.com/office/drawing/2014/main" id="{56CEC8E6-552D-4A3B-9089-0960B18360C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67F9599-1725-4F6C-9A1C-AFB0AB6FCB53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예</a:t>
              </a: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F2C1EF5B-4DB8-4CD5-8B58-3F73C7A5477C}"/>
              </a:ext>
            </a:extLst>
          </p:cNvPr>
          <p:cNvGrpSpPr/>
          <p:nvPr/>
        </p:nvGrpSpPr>
        <p:grpSpPr>
          <a:xfrm>
            <a:off x="7095922" y="2981937"/>
            <a:ext cx="562729" cy="621475"/>
            <a:chOff x="4832036" y="1776299"/>
            <a:chExt cx="519442" cy="573669"/>
          </a:xfrm>
        </p:grpSpPr>
        <p:pic>
          <p:nvPicPr>
            <p:cNvPr id="66" name="그래픽 65">
              <a:extLst>
                <a:ext uri="{FF2B5EF4-FFF2-40B4-BE49-F238E27FC236}">
                  <a16:creationId xmlns:a16="http://schemas.microsoft.com/office/drawing/2014/main" id="{CC78562B-37EF-4DCC-8F91-8890ED3E2A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C82DA7AC-9037-4A18-A138-8553B20F4454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령</a:t>
              </a:r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E1A783C6-78CD-4A6E-A404-B16AAEDA6ED5}"/>
              </a:ext>
            </a:extLst>
          </p:cNvPr>
          <p:cNvGrpSpPr/>
          <p:nvPr/>
        </p:nvGrpSpPr>
        <p:grpSpPr>
          <a:xfrm>
            <a:off x="5187029" y="3676081"/>
            <a:ext cx="562729" cy="621475"/>
            <a:chOff x="4832036" y="1776299"/>
            <a:chExt cx="519442" cy="573669"/>
          </a:xfrm>
        </p:grpSpPr>
        <p:pic>
          <p:nvPicPr>
            <p:cNvPr id="69" name="그래픽 68">
              <a:extLst>
                <a:ext uri="{FF2B5EF4-FFF2-40B4-BE49-F238E27FC236}">
                  <a16:creationId xmlns:a16="http://schemas.microsoft.com/office/drawing/2014/main" id="{32EF8DBD-A83E-4149-8C3C-BB6276150F6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C511E3AD-F35A-4AE3-8B89-E7516B7DD23F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의</a:t>
              </a: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542483B6-CDC1-4DF1-B087-DD3120A332B5}"/>
              </a:ext>
            </a:extLst>
          </p:cNvPr>
          <p:cNvGrpSpPr/>
          <p:nvPr/>
        </p:nvGrpSpPr>
        <p:grpSpPr>
          <a:xfrm>
            <a:off x="5816096" y="3676081"/>
            <a:ext cx="562729" cy="621475"/>
            <a:chOff x="4832036" y="1776299"/>
            <a:chExt cx="519442" cy="573669"/>
          </a:xfrm>
        </p:grpSpPr>
        <p:pic>
          <p:nvPicPr>
            <p:cNvPr id="72" name="그래픽 71">
              <a:extLst>
                <a:ext uri="{FF2B5EF4-FFF2-40B4-BE49-F238E27FC236}">
                  <a16:creationId xmlns:a16="http://schemas.microsoft.com/office/drawing/2014/main" id="{8B56D71C-9ACA-418F-9221-57E0AD2ED43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17857A8D-446A-460F-A367-EC48336CB539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히</a:t>
              </a: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19E45CCF-C085-4377-ABDE-2EDDC8A07B1E}"/>
              </a:ext>
            </a:extLst>
          </p:cNvPr>
          <p:cNvGrpSpPr/>
          <p:nvPr/>
        </p:nvGrpSpPr>
        <p:grpSpPr>
          <a:xfrm>
            <a:off x="6445163" y="3676081"/>
            <a:ext cx="562729" cy="621475"/>
            <a:chOff x="4832036" y="1776299"/>
            <a:chExt cx="519442" cy="573669"/>
          </a:xfrm>
        </p:grpSpPr>
        <p:pic>
          <p:nvPicPr>
            <p:cNvPr id="75" name="그래픽 74">
              <a:extLst>
                <a:ext uri="{FF2B5EF4-FFF2-40B4-BE49-F238E27FC236}">
                  <a16:creationId xmlns:a16="http://schemas.microsoft.com/office/drawing/2014/main" id="{748DF7CA-F4BF-4360-8522-8E40D0D78FC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D204F72-EA79-4EBE-96BC-867F6E2A725B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둥</a:t>
              </a: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6DAD8FC5-7222-4218-B4E2-8892837B07A6}"/>
              </a:ext>
            </a:extLst>
          </p:cNvPr>
          <p:cNvGrpSpPr/>
          <p:nvPr/>
        </p:nvGrpSpPr>
        <p:grpSpPr>
          <a:xfrm>
            <a:off x="7095922" y="3676081"/>
            <a:ext cx="562729" cy="621475"/>
            <a:chOff x="4832036" y="1776299"/>
            <a:chExt cx="519442" cy="573669"/>
          </a:xfrm>
        </p:grpSpPr>
        <p:pic>
          <p:nvPicPr>
            <p:cNvPr id="78" name="그래픽 77">
              <a:extLst>
                <a:ext uri="{FF2B5EF4-FFF2-40B4-BE49-F238E27FC236}">
                  <a16:creationId xmlns:a16="http://schemas.microsoft.com/office/drawing/2014/main" id="{414DB777-174D-4B2B-AAD6-2881346F987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73ADCB14-B4C4-414F-B044-B7D3AA6DCE3F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침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58B20A5A-70A1-4FB9-B7CD-D7E8532B96F8}"/>
              </a:ext>
            </a:extLst>
          </p:cNvPr>
          <p:cNvGrpSpPr/>
          <p:nvPr/>
        </p:nvGrpSpPr>
        <p:grpSpPr>
          <a:xfrm>
            <a:off x="5187029" y="4377454"/>
            <a:ext cx="562729" cy="621475"/>
            <a:chOff x="4832036" y="1776299"/>
            <a:chExt cx="519442" cy="573669"/>
          </a:xfrm>
        </p:grpSpPr>
        <p:pic>
          <p:nvPicPr>
            <p:cNvPr id="81" name="그래픽 80">
              <a:extLst>
                <a:ext uri="{FF2B5EF4-FFF2-40B4-BE49-F238E27FC236}">
                  <a16:creationId xmlns:a16="http://schemas.microsoft.com/office/drawing/2014/main" id="{18F31EB6-AFC6-45F4-A70C-C4667019874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B2A42366-0142-441F-B13C-13034509CDC2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하</a:t>
              </a: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D6061D9F-9BC7-4A38-87DC-0E4D4272FD36}"/>
              </a:ext>
            </a:extLst>
          </p:cNvPr>
          <p:cNvGrpSpPr/>
          <p:nvPr/>
        </p:nvGrpSpPr>
        <p:grpSpPr>
          <a:xfrm>
            <a:off x="5816096" y="4377454"/>
            <a:ext cx="562729" cy="621475"/>
            <a:chOff x="4832036" y="1776299"/>
            <a:chExt cx="519442" cy="573669"/>
          </a:xfrm>
        </p:grpSpPr>
        <p:pic>
          <p:nvPicPr>
            <p:cNvPr id="84" name="그래픽 83">
              <a:extLst>
                <a:ext uri="{FF2B5EF4-FFF2-40B4-BE49-F238E27FC236}">
                  <a16:creationId xmlns:a16="http://schemas.microsoft.com/office/drawing/2014/main" id="{0EB946D9-89B9-4110-BFBE-EC1A986B1AE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270AED4E-C76B-41DA-83C2-67AC7F620AB1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추</a:t>
              </a: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8B41C169-B581-4AE5-9FD4-BE74623BD131}"/>
              </a:ext>
            </a:extLst>
          </p:cNvPr>
          <p:cNvGrpSpPr/>
          <p:nvPr/>
        </p:nvGrpSpPr>
        <p:grpSpPr>
          <a:xfrm>
            <a:off x="6445163" y="4377454"/>
            <a:ext cx="562729" cy="621475"/>
            <a:chOff x="4832036" y="1776299"/>
            <a:chExt cx="519442" cy="573669"/>
          </a:xfrm>
        </p:grpSpPr>
        <p:pic>
          <p:nvPicPr>
            <p:cNvPr id="87" name="그래픽 86">
              <a:extLst>
                <a:ext uri="{FF2B5EF4-FFF2-40B4-BE49-F238E27FC236}">
                  <a16:creationId xmlns:a16="http://schemas.microsoft.com/office/drawing/2014/main" id="{311250C3-193A-44F5-8948-80C57E53ABD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CDE9146-CF9A-48CC-B091-CDE20E703145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이</a:t>
              </a: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B420EE78-FCCE-4BE2-AF7F-A0486D6F2E8D}"/>
              </a:ext>
            </a:extLst>
          </p:cNvPr>
          <p:cNvGrpSpPr/>
          <p:nvPr/>
        </p:nvGrpSpPr>
        <p:grpSpPr>
          <a:xfrm>
            <a:off x="7095922" y="4377454"/>
            <a:ext cx="562729" cy="621475"/>
            <a:chOff x="4832036" y="1776299"/>
            <a:chExt cx="519442" cy="573669"/>
          </a:xfrm>
        </p:grpSpPr>
        <p:pic>
          <p:nvPicPr>
            <p:cNvPr id="90" name="그래픽 89">
              <a:extLst>
                <a:ext uri="{FF2B5EF4-FFF2-40B4-BE49-F238E27FC236}">
                  <a16:creationId xmlns:a16="http://schemas.microsoft.com/office/drawing/2014/main" id="{C7DD9E20-D835-4175-A209-4B4B6FA25F9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32036" y="1776299"/>
              <a:ext cx="519442" cy="573669"/>
            </a:xfrm>
            <a:prstGeom prst="rect">
              <a:avLst/>
            </a:prstGeom>
          </p:spPr>
        </p:pic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5EA7A7AE-9CDA-4C1A-82CA-E91F4179D17F}"/>
                </a:ext>
              </a:extLst>
            </p:cNvPr>
            <p:cNvSpPr txBox="1"/>
            <p:nvPr/>
          </p:nvSpPr>
          <p:spPr>
            <a:xfrm>
              <a:off x="4868779" y="1776299"/>
              <a:ext cx="478238" cy="4545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600" dirty="0">
                  <a:latin typeface="08서울남산체 B" panose="02020603020101020101" pitchFamily="18" charset="-127"/>
                  <a:ea typeface="08서울남산체 B" panose="02020603020101020101" pitchFamily="18" charset="-127"/>
                </a:rPr>
                <a:t>절</a:t>
              </a: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D9200252-6F6D-462D-832C-97D1AA4A2E03}"/>
              </a:ext>
            </a:extLst>
          </p:cNvPr>
          <p:cNvSpPr/>
          <p:nvPr/>
        </p:nvSpPr>
        <p:spPr>
          <a:xfrm rot="19100735">
            <a:off x="6220032" y="1849457"/>
            <a:ext cx="419998" cy="3534827"/>
          </a:xfrm>
          <a:prstGeom prst="roundRect">
            <a:avLst>
              <a:gd name="adj" fmla="val 49239"/>
            </a:avLst>
          </a:prstGeom>
          <a:solidFill>
            <a:srgbClr val="FF00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4" name="그림 93">
            <a:extLst>
              <a:ext uri="{FF2B5EF4-FFF2-40B4-BE49-F238E27FC236}">
                <a16:creationId xmlns:a16="http://schemas.microsoft.com/office/drawing/2014/main" id="{A1186E78-848F-46DB-902D-33C869D1149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66301" y="3529169"/>
            <a:ext cx="299988" cy="310514"/>
          </a:xfrm>
          <a:prstGeom prst="rect">
            <a:avLst/>
          </a:prstGeom>
          <a:ln>
            <a:noFill/>
          </a:ln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9C64658E-2F1D-4772-AAA8-7BF3DB0F4D1A}"/>
              </a:ext>
            </a:extLst>
          </p:cNvPr>
          <p:cNvSpPr txBox="1"/>
          <p:nvPr/>
        </p:nvSpPr>
        <p:spPr>
          <a:xfrm>
            <a:off x="896550" y="1750419"/>
            <a:ext cx="3195105" cy="2757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92" b="1" dirty="0">
                <a:solidFill>
                  <a:schemeClr val="bg1"/>
                </a:solidFill>
              </a:rPr>
              <a:t>다음의 뜻에 맞는 단어를 차례로 그어주세요</a:t>
            </a:r>
            <a:r>
              <a:rPr lang="en-US" altLang="ko-KR" sz="1192" b="1" dirty="0">
                <a:solidFill>
                  <a:schemeClr val="bg1"/>
                </a:solidFill>
              </a:rPr>
              <a:t>.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8BC5396-6123-4A92-ABCC-299A3B2EFB31}"/>
              </a:ext>
            </a:extLst>
          </p:cNvPr>
          <p:cNvSpPr/>
          <p:nvPr/>
        </p:nvSpPr>
        <p:spPr>
          <a:xfrm>
            <a:off x="584515" y="1332992"/>
            <a:ext cx="875287" cy="344976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5" b="1" dirty="0"/>
              <a:t>게임도전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D1D36293-2170-403A-B764-C17F840EC45E}"/>
              </a:ext>
            </a:extLst>
          </p:cNvPr>
          <p:cNvSpPr txBox="1"/>
          <p:nvPr/>
        </p:nvSpPr>
        <p:spPr>
          <a:xfrm>
            <a:off x="8463390" y="778341"/>
            <a:ext cx="1442610" cy="2757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92" b="1" dirty="0">
                <a:solidFill>
                  <a:srgbClr val="0070C0"/>
                </a:solidFill>
                <a:latin typeface="+mn-ea"/>
              </a:rPr>
              <a:t>4. </a:t>
            </a:r>
            <a:r>
              <a:rPr lang="ko-KR" altLang="en-US" sz="1192" b="1" dirty="0" err="1">
                <a:solidFill>
                  <a:srgbClr val="0070C0"/>
                </a:solidFill>
                <a:latin typeface="+mn-ea"/>
              </a:rPr>
              <a:t>북클럽</a:t>
            </a:r>
            <a:r>
              <a:rPr lang="ko-KR" altLang="en-US" sz="1192" b="1" dirty="0">
                <a:solidFill>
                  <a:srgbClr val="0070C0"/>
                </a:solidFill>
                <a:latin typeface="+mn-ea"/>
              </a:rPr>
              <a:t> 학습</a:t>
            </a: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544723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14370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6164702"/>
              </p:ext>
            </p:extLst>
          </p:nvPr>
        </p:nvGraphicFramePr>
        <p:xfrm>
          <a:off x="7562672" y="283032"/>
          <a:ext cx="2307098" cy="2803383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카드를 사용자 화면에 노출하는 개수를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라디오 버튼에 따라 단어 입력 폼을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- 2x2 : 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항목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3x3 : 9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항목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- 2x2 : 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노출하여 동일 그림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맞추는 형태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- 3x3 : 3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노출하여 동일 그림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개를 맞추는 형태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3068864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5584388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3844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14115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메모리 게임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3124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56894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56894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13495"/>
            <a:ext cx="251407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추가된 낱말들은 랜덤으로 노출됩니다</a:t>
            </a:r>
            <a:r>
              <a:rPr lang="en-US" altLang="ko-KR" sz="800">
                <a:latin typeface="+mn-ea"/>
                <a:ea typeface="+mn-ea"/>
              </a:rPr>
              <a:t>.)</a:t>
            </a:r>
            <a:endParaRPr lang="ko-KR" altLang="en-US" sz="80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0289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84077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199087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1AFE9FE-B4BC-6D61-BE50-B8842A9285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4863224"/>
              </p:ext>
            </p:extLst>
          </p:nvPr>
        </p:nvGraphicFramePr>
        <p:xfrm>
          <a:off x="307975" y="4219654"/>
          <a:ext cx="7092950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012789602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029383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방식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604403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36554EC0-F193-BD22-4928-80AB13E351C9}"/>
              </a:ext>
            </a:extLst>
          </p:cNvPr>
          <p:cNvGrpSpPr/>
          <p:nvPr/>
        </p:nvGrpSpPr>
        <p:grpSpPr>
          <a:xfrm>
            <a:off x="1509100" y="4279792"/>
            <a:ext cx="1312952" cy="149845"/>
            <a:chOff x="1504626" y="2963362"/>
            <a:chExt cx="1312952" cy="149845"/>
          </a:xfrm>
        </p:grpSpPr>
        <p:sp>
          <p:nvSpPr>
            <p:cNvPr id="7" name="타원 6">
              <a:extLst>
                <a:ext uri="{FF2B5EF4-FFF2-40B4-BE49-F238E27FC236}">
                  <a16:creationId xmlns:a16="http://schemas.microsoft.com/office/drawing/2014/main" id="{5E7DE0A1-E41F-0681-F4F3-4D37D17A3001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3X3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DED4960-DB95-D64A-D2E7-D091B9415CFB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13" name="타원 12">
                <a:extLst>
                  <a:ext uri="{FF2B5EF4-FFF2-40B4-BE49-F238E27FC236}">
                    <a16:creationId xmlns:a16="http://schemas.microsoft.com/office/drawing/2014/main" id="{09BEF214-1420-3AC6-524F-7368BF5C71FE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2X2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5EC58FFA-551D-00B0-2639-E0187E0AA0B0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114012CA-391B-B9B5-B9AF-FF2DC4A9197C}"/>
                </a:ext>
              </a:extLst>
            </p:cNvPr>
            <p:cNvSpPr/>
            <p:nvPr/>
          </p:nvSpPr>
          <p:spPr bwMode="auto">
            <a:xfrm>
              <a:off x="2667733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4X4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02385D0-9F5B-DD33-29AC-A6401DD6F9A6}"/>
              </a:ext>
            </a:extLst>
          </p:cNvPr>
          <p:cNvGrpSpPr/>
          <p:nvPr/>
        </p:nvGrpSpPr>
        <p:grpSpPr>
          <a:xfrm rot="5400000" flipH="1">
            <a:off x="66563" y="4233039"/>
            <a:ext cx="230832" cy="251992"/>
            <a:chOff x="4437623" y="2066810"/>
            <a:chExt cx="230832" cy="251992"/>
          </a:xfrm>
        </p:grpSpPr>
        <p:sp>
          <p:nvSpPr>
            <p:cNvPr id="12" name="눈물 방울 11">
              <a:extLst>
                <a:ext uri="{FF2B5EF4-FFF2-40B4-BE49-F238E27FC236}">
                  <a16:creationId xmlns:a16="http://schemas.microsoft.com/office/drawing/2014/main" id="{16336B15-A29E-3F73-C47A-580CE24CFE04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86BD8F45-1B3D-DCEC-C56E-CEDC05F3A2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CF424C2C-5ABD-B61B-59CB-18636C1CA089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E09701E-90E3-C54A-1E79-64D32FE02C25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00D9016-E34C-7294-4DA3-99D71EB961E4}"/>
              </a:ext>
            </a:extLst>
          </p:cNvPr>
          <p:cNvSpPr/>
          <p:nvPr/>
        </p:nvSpPr>
        <p:spPr>
          <a:xfrm>
            <a:off x="3758309" y="1915449"/>
            <a:ext cx="633600" cy="20826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 삭제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9AB9D28-2AEC-FFF8-7414-F2C0832B4B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88104"/>
              </p:ext>
            </p:extLst>
          </p:nvPr>
        </p:nvGraphicFramePr>
        <p:xfrm>
          <a:off x="299658" y="4598576"/>
          <a:ext cx="7101267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839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1389041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단어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18008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이미지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272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음성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9338172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91BDCF69-367C-0270-F08F-C5B732DDAC1B}"/>
              </a:ext>
            </a:extLst>
          </p:cNvPr>
          <p:cNvGrpSpPr/>
          <p:nvPr/>
        </p:nvGrpSpPr>
        <p:grpSpPr>
          <a:xfrm>
            <a:off x="1504075" y="5151361"/>
            <a:ext cx="3465263" cy="219602"/>
            <a:chOff x="1509100" y="1278824"/>
            <a:chExt cx="3465263" cy="21960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096B7543-BED7-3997-11B0-8CF2317FE366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DF17E33-B08D-6883-FDAB-B75C25568218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5AD23217-E9CF-D474-76D6-B23014AE1FE9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99658FAF-F31E-28D9-81D2-1DF86FFED648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43" name="그림 42">
                <a:extLst>
                  <a:ext uri="{FF2B5EF4-FFF2-40B4-BE49-F238E27FC236}">
                    <a16:creationId xmlns:a16="http://schemas.microsoft.com/office/drawing/2014/main" id="{DB4C2E0F-D9F0-F761-05BC-252ED1D5C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CE35020-DFE5-4347-2C1B-0561CAEAC9C6}"/>
              </a:ext>
            </a:extLst>
          </p:cNvPr>
          <p:cNvSpPr/>
          <p:nvPr/>
        </p:nvSpPr>
        <p:spPr>
          <a:xfrm>
            <a:off x="1509100" y="4644453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C0EE689A-6CFA-67C9-B203-7847CA6FF6B1}"/>
              </a:ext>
            </a:extLst>
          </p:cNvPr>
          <p:cNvGrpSpPr/>
          <p:nvPr/>
        </p:nvGrpSpPr>
        <p:grpSpPr>
          <a:xfrm>
            <a:off x="1504075" y="4892111"/>
            <a:ext cx="3577679" cy="227895"/>
            <a:chOff x="1509100" y="1658487"/>
            <a:chExt cx="3577679" cy="227895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FE77E05-1566-191B-49F6-980E4FA5F25B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FF08E5D8-F817-BB1F-9EC0-C3EB95B0F83B}"/>
                </a:ext>
              </a:extLst>
            </p:cNvPr>
            <p:cNvGrpSpPr/>
            <p:nvPr/>
          </p:nvGrpSpPr>
          <p:grpSpPr>
            <a:xfrm>
              <a:off x="4196761" y="1670938"/>
              <a:ext cx="890018" cy="215444"/>
              <a:chOff x="3802405" y="3503775"/>
              <a:chExt cx="890018" cy="215444"/>
            </a:xfrm>
          </p:grpSpPr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6DFE8F0B-CAAD-FBEA-C3A4-1D6FD72100E2}"/>
                  </a:ext>
                </a:extLst>
              </p:cNvPr>
              <p:cNvSpPr/>
              <p:nvPr/>
            </p:nvSpPr>
            <p:spPr>
              <a:xfrm>
                <a:off x="38024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50" name="그림 49">
                <a:extLst>
                  <a:ext uri="{FF2B5EF4-FFF2-40B4-BE49-F238E27FC236}">
                    <a16:creationId xmlns:a16="http://schemas.microsoft.com/office/drawing/2014/main" id="{4EEE45BC-02F4-9C54-9212-61FDF20436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54661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32341C10-A490-9F96-1AC1-D853EA57DAE0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F4EFA091-510F-CE2E-9F0B-93FFD4E899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88104"/>
              </p:ext>
            </p:extLst>
          </p:nvPr>
        </p:nvGraphicFramePr>
        <p:xfrm>
          <a:off x="299658" y="5514992"/>
          <a:ext cx="7101267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9839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1389041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단어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18008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이미지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272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음성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9338172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81E77E0D-01A1-EAB2-B1D1-02717C12B1FB}"/>
              </a:ext>
            </a:extLst>
          </p:cNvPr>
          <p:cNvGrpSpPr/>
          <p:nvPr/>
        </p:nvGrpSpPr>
        <p:grpSpPr>
          <a:xfrm>
            <a:off x="1504075" y="6067777"/>
            <a:ext cx="3465263" cy="219602"/>
            <a:chOff x="1509100" y="1278824"/>
            <a:chExt cx="3465263" cy="219602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B7A72A8-C27A-665E-D21A-B0FAD96265AD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223740BA-EC19-EA99-C335-7281F488A199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05A8A268-18E3-1B9F-7067-5C052AE2A0B3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6" name="직사각형 65">
                <a:extLst>
                  <a:ext uri="{FF2B5EF4-FFF2-40B4-BE49-F238E27FC236}">
                    <a16:creationId xmlns:a16="http://schemas.microsoft.com/office/drawing/2014/main" id="{31B64D66-748B-24EB-2FB8-EA1D2C27FEEE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7" name="그림 66">
                <a:extLst>
                  <a:ext uri="{FF2B5EF4-FFF2-40B4-BE49-F238E27FC236}">
                    <a16:creationId xmlns:a16="http://schemas.microsoft.com/office/drawing/2014/main" id="{73232361-5C40-9DB1-6030-96D8D25B9A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D0DF7B-6464-AA46-0835-C52CCFCA57CC}"/>
              </a:ext>
            </a:extLst>
          </p:cNvPr>
          <p:cNvSpPr/>
          <p:nvPr/>
        </p:nvSpPr>
        <p:spPr>
          <a:xfrm>
            <a:off x="1509100" y="5560869"/>
            <a:ext cx="1257149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75D84BFE-EA46-36D2-475D-CFE4F5D1F4F9}"/>
              </a:ext>
            </a:extLst>
          </p:cNvPr>
          <p:cNvGrpSpPr/>
          <p:nvPr/>
        </p:nvGrpSpPr>
        <p:grpSpPr>
          <a:xfrm>
            <a:off x="1504075" y="5808527"/>
            <a:ext cx="3577679" cy="227895"/>
            <a:chOff x="1509100" y="1658487"/>
            <a:chExt cx="3577679" cy="227895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742DF17-2CEE-B240-31F4-F195BC869156}"/>
                </a:ext>
              </a:extLst>
            </p:cNvPr>
            <p:cNvSpPr txBox="1"/>
            <p:nvPr/>
          </p:nvSpPr>
          <p:spPr>
            <a:xfrm>
              <a:off x="2241760" y="1679486"/>
              <a:ext cx="1993101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JPG, PNG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B771E0B9-2937-24BD-E02C-85B0BF4E84AE}"/>
                </a:ext>
              </a:extLst>
            </p:cNvPr>
            <p:cNvGrpSpPr/>
            <p:nvPr/>
          </p:nvGrpSpPr>
          <p:grpSpPr>
            <a:xfrm>
              <a:off x="4196761" y="1670938"/>
              <a:ext cx="890018" cy="215444"/>
              <a:chOff x="3802405" y="3503775"/>
              <a:chExt cx="890018" cy="215444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2A151718-7725-FA20-2739-4AACB9FA94E0}"/>
                  </a:ext>
                </a:extLst>
              </p:cNvPr>
              <p:cNvSpPr/>
              <p:nvPr/>
            </p:nvSpPr>
            <p:spPr>
              <a:xfrm>
                <a:off x="38024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74" name="그림 73">
                <a:extLst>
                  <a:ext uri="{FF2B5EF4-FFF2-40B4-BE49-F238E27FC236}">
                    <a16:creationId xmlns:a16="http://schemas.microsoft.com/office/drawing/2014/main" id="{A1C0D6AC-BBE2-85F0-88E3-279B8EB332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546617" y="3546288"/>
                <a:ext cx="145806" cy="145806"/>
              </a:xfrm>
              <a:prstGeom prst="rect">
                <a:avLst/>
              </a:prstGeom>
            </p:spPr>
          </p:pic>
        </p:grp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6C0AA3AB-E8F3-19BF-4291-409B108FCD2F}"/>
                </a:ext>
              </a:extLst>
            </p:cNvPr>
            <p:cNvSpPr/>
            <p:nvPr/>
          </p:nvSpPr>
          <p:spPr>
            <a:xfrm>
              <a:off x="1509100" y="1658487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641107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35757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CMS(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컨텐츠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문해력 게임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45449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문해력 게임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CMS(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컨텐츠 관리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&gt; </a:t>
            </a:r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문해력 게임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D5EB724-A07E-4E3B-E427-7B8C9E055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9809993"/>
              </p:ext>
            </p:extLst>
          </p:nvPr>
        </p:nvGraphicFramePr>
        <p:xfrm>
          <a:off x="307975" y="1059281"/>
          <a:ext cx="7092950" cy="239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4435395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2023.12.25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947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STEP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180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BOOK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5443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도서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0134345"/>
                  </a:ext>
                </a:extLst>
              </a:tr>
              <a:tr h="48600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494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문구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886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지시문 음성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197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설정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514526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80489F9A-8BA9-379F-3DC4-02B4DE5808F8}"/>
              </a:ext>
            </a:extLst>
          </p:cNvPr>
          <p:cNvGrpSpPr/>
          <p:nvPr/>
        </p:nvGrpSpPr>
        <p:grpSpPr>
          <a:xfrm>
            <a:off x="1437571" y="2209843"/>
            <a:ext cx="5928730" cy="443476"/>
            <a:chOff x="1420969" y="2864949"/>
            <a:chExt cx="5928730" cy="4434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3C4283-29A3-BFD2-837D-A74CE4D30FB5}"/>
                </a:ext>
              </a:extLst>
            </p:cNvPr>
            <p:cNvSpPr txBox="1"/>
            <p:nvPr/>
          </p:nvSpPr>
          <p:spPr>
            <a:xfrm>
              <a:off x="1492499" y="2864949"/>
              <a:ext cx="5857200" cy="20826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75EF097-4344-69C5-7416-B5D58D24F7FC}"/>
                </a:ext>
              </a:extLst>
            </p:cNvPr>
            <p:cNvSpPr txBox="1"/>
            <p:nvPr/>
          </p:nvSpPr>
          <p:spPr>
            <a:xfrm>
              <a:off x="1420969" y="3039908"/>
              <a:ext cx="602830" cy="268517"/>
            </a:xfrm>
            <a:prstGeom prst="rect">
              <a:avLst/>
            </a:prstGeom>
            <a:noFill/>
          </p:spPr>
          <p:txBody>
            <a:bodyPr wrap="none" lIns="108000" tIns="72000" rIns="108000" bIns="72000" rtlCol="0" anchor="t" anchorCtr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0 / 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7EA707-7C91-6F42-1366-034FA3AFC9AF}"/>
              </a:ext>
            </a:extLst>
          </p:cNvPr>
          <p:cNvGrpSpPr/>
          <p:nvPr/>
        </p:nvGrpSpPr>
        <p:grpSpPr>
          <a:xfrm>
            <a:off x="1509100" y="1383305"/>
            <a:ext cx="1879419" cy="182240"/>
            <a:chOff x="5720375" y="2134256"/>
            <a:chExt cx="1879419" cy="18224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2296D3-3A9E-6F5F-5676-B8B7F1CCFC83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7CE74D0-D456-31E7-2002-0502513D89F6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94B10C5-1E3D-F42E-61E4-E2EC0FBE7B95}"/>
              </a:ext>
            </a:extLst>
          </p:cNvPr>
          <p:cNvGrpSpPr/>
          <p:nvPr/>
        </p:nvGrpSpPr>
        <p:grpSpPr>
          <a:xfrm>
            <a:off x="3452200" y="3220114"/>
            <a:ext cx="1879419" cy="182240"/>
            <a:chOff x="5720375" y="2134256"/>
            <a:chExt cx="1879419" cy="182240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7E0965B-6D86-546A-4D6A-49903C563F6B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메모리 게임</a:t>
              </a:r>
            </a:p>
          </p:txBody>
        </p:sp>
        <p:sp>
          <p:nvSpPr>
            <p:cNvPr id="34" name="이등변 삼각형 33">
              <a:extLst>
                <a:ext uri="{FF2B5EF4-FFF2-40B4-BE49-F238E27FC236}">
                  <a16:creationId xmlns:a16="http://schemas.microsoft.com/office/drawing/2014/main" id="{91DE30C8-50E6-4B95-7739-EEC39E560833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23935A1-D4A4-0D0B-69FB-DC983BD47CB4}"/>
              </a:ext>
            </a:extLst>
          </p:cNvPr>
          <p:cNvGrpSpPr/>
          <p:nvPr/>
        </p:nvGrpSpPr>
        <p:grpSpPr>
          <a:xfrm>
            <a:off x="1509100" y="1651866"/>
            <a:ext cx="1879419" cy="182240"/>
            <a:chOff x="5720375" y="2134256"/>
            <a:chExt cx="1879419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5F6022A-DE5C-4CB5-998B-1B91595FEAA2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선택해 주세요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E6970B66-688D-C27B-73CE-49B71892811C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3A3AF99-9B07-6022-9E53-1B23FD8C677C}"/>
              </a:ext>
            </a:extLst>
          </p:cNvPr>
          <p:cNvGrpSpPr/>
          <p:nvPr/>
        </p:nvGrpSpPr>
        <p:grpSpPr>
          <a:xfrm>
            <a:off x="1509100" y="3219123"/>
            <a:ext cx="1879419" cy="182240"/>
            <a:chOff x="5720375" y="2134256"/>
            <a:chExt cx="1879419" cy="18224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085C252-A4D0-ADA0-DA1A-0054A125BAC6}"/>
                </a:ext>
              </a:extLst>
            </p:cNvPr>
            <p:cNvSpPr/>
            <p:nvPr/>
          </p:nvSpPr>
          <p:spPr>
            <a:xfrm>
              <a:off x="5720375" y="2134256"/>
              <a:ext cx="1879419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게임도전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(2</a:t>
              </a: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단계</a:t>
              </a: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)</a:t>
              </a:r>
            </a:p>
          </p:txBody>
        </p:sp>
        <p:sp>
          <p:nvSpPr>
            <p:cNvPr id="40" name="이등변 삼각형 39">
              <a:extLst>
                <a:ext uri="{FF2B5EF4-FFF2-40B4-BE49-F238E27FC236}">
                  <a16:creationId xmlns:a16="http://schemas.microsoft.com/office/drawing/2014/main" id="{0D0E3FF6-31F7-F69A-CB90-BC74BF7CC68E}"/>
                </a:ext>
              </a:extLst>
            </p:cNvPr>
            <p:cNvSpPr/>
            <p:nvPr/>
          </p:nvSpPr>
          <p:spPr>
            <a:xfrm flipH="1" flipV="1">
              <a:off x="7461685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A082F5E-D4EC-B280-D1FE-CA72AE6DD847}"/>
              </a:ext>
            </a:extLst>
          </p:cNvPr>
          <p:cNvSpPr/>
          <p:nvPr/>
        </p:nvSpPr>
        <p:spPr>
          <a:xfrm>
            <a:off x="6638159" y="356289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090EF9-FAAE-1DCF-423A-49FFAA8F6B5B}"/>
              </a:ext>
            </a:extLst>
          </p:cNvPr>
          <p:cNvSpPr/>
          <p:nvPr/>
        </p:nvSpPr>
        <p:spPr>
          <a:xfrm>
            <a:off x="5748967" y="356289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FC2ACD-AB9F-13CC-14AE-07025154EEE3}"/>
              </a:ext>
            </a:extLst>
          </p:cNvPr>
          <p:cNvSpPr txBox="1"/>
          <p:nvPr/>
        </p:nvSpPr>
        <p:spPr>
          <a:xfrm>
            <a:off x="307975" y="4019494"/>
            <a:ext cx="63856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※ </a:t>
            </a:r>
            <a:r>
              <a:rPr lang="ko-KR" altLang="en-US" sz="800" b="1">
                <a:latin typeface="+mn-ea"/>
                <a:ea typeface="+mn-ea"/>
              </a:rPr>
              <a:t>게임 항목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29AA6D5-3351-07D1-BFB7-C359E2C2B586}"/>
              </a:ext>
            </a:extLst>
          </p:cNvPr>
          <p:cNvGrpSpPr/>
          <p:nvPr/>
        </p:nvGrpSpPr>
        <p:grpSpPr>
          <a:xfrm>
            <a:off x="1509100" y="2926288"/>
            <a:ext cx="3465263" cy="219602"/>
            <a:chOff x="1509100" y="1278824"/>
            <a:chExt cx="3465263" cy="21960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B613353-74BD-92AE-5788-14B41BC3F5D3}"/>
                </a:ext>
              </a:extLst>
            </p:cNvPr>
            <p:cNvSpPr/>
            <p:nvPr/>
          </p:nvSpPr>
          <p:spPr>
            <a:xfrm>
              <a:off x="1509100" y="1290161"/>
              <a:ext cx="633600" cy="208265"/>
            </a:xfrm>
            <a:prstGeom prst="rect">
              <a:avLst/>
            </a:prstGeom>
            <a:solidFill>
              <a:schemeClr val="tx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파일 등록</a:t>
              </a: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175D9-7DB9-60C6-ECE7-90944B672C8B}"/>
                </a:ext>
              </a:extLst>
            </p:cNvPr>
            <p:cNvSpPr txBox="1"/>
            <p:nvPr/>
          </p:nvSpPr>
          <p:spPr>
            <a:xfrm>
              <a:off x="2241760" y="1287372"/>
              <a:ext cx="1762268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※ mp3 </a:t>
              </a:r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파일로만 등록이 가능합니다</a:t>
              </a:r>
              <a:r>
                <a:rPr lang="en-US" altLang="ko-KR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</a:rPr>
                <a:t>.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89ED6AF-BC8D-25C6-D3AC-115740D5DC2A}"/>
                </a:ext>
              </a:extLst>
            </p:cNvPr>
            <p:cNvGrpSpPr/>
            <p:nvPr/>
          </p:nvGrpSpPr>
          <p:grpSpPr>
            <a:xfrm>
              <a:off x="3939565" y="1278824"/>
              <a:ext cx="1034798" cy="215444"/>
              <a:chOff x="3840505" y="3503775"/>
              <a:chExt cx="1034798" cy="215444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38FAD08-4BF4-34CE-6295-6F20BB62E26B}"/>
                  </a:ext>
                </a:extLst>
              </p:cNvPr>
              <p:cNvSpPr/>
              <p:nvPr/>
            </p:nvSpPr>
            <p:spPr>
              <a:xfrm>
                <a:off x="3840505" y="3503775"/>
                <a:ext cx="8226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파일명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.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+mn-cs"/>
                  </a:rPr>
                  <a:t>확장자</a:t>
                </a:r>
              </a:p>
            </p:txBody>
          </p:sp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AD37A12C-1206-9442-7709-F08E42F1C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29497" y="3546288"/>
                <a:ext cx="145806" cy="145806"/>
              </a:xfrm>
              <a:prstGeom prst="rect">
                <a:avLst/>
              </a:prstGeom>
            </p:spPr>
          </p:pic>
        </p:grp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4EB097D-956E-E83B-012E-45C718ED5859}"/>
              </a:ext>
            </a:extLst>
          </p:cNvPr>
          <p:cNvSpPr/>
          <p:nvPr/>
        </p:nvSpPr>
        <p:spPr>
          <a:xfrm>
            <a:off x="1509100" y="2690076"/>
            <a:ext cx="3295631" cy="1822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855AF64-C661-6DE0-9F06-BE7613244527}"/>
              </a:ext>
            </a:extLst>
          </p:cNvPr>
          <p:cNvSpPr/>
          <p:nvPr/>
        </p:nvSpPr>
        <p:spPr>
          <a:xfrm>
            <a:off x="5395300" y="3205086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1AFE9FE-B4BC-6D61-BE50-B8842A9285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963685"/>
              </p:ext>
            </p:extLst>
          </p:nvPr>
        </p:nvGraphicFramePr>
        <p:xfrm>
          <a:off x="307975" y="4225653"/>
          <a:ext cx="7092950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1522">
                  <a:extLst>
                    <a:ext uri="{9D8B030D-6E8A-4147-A177-3AD203B41FA5}">
                      <a16:colId xmlns:a16="http://schemas.microsoft.com/office/drawing/2014/main" val="2012789602"/>
                    </a:ext>
                  </a:extLst>
                </a:gridCol>
                <a:gridCol w="5981428">
                  <a:extLst>
                    <a:ext uri="{9D8B030D-6E8A-4147-A177-3AD203B41FA5}">
                      <a16:colId xmlns:a16="http://schemas.microsoft.com/office/drawing/2014/main" val="41029383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게임 방식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</a:txBody>
                  <a:tcPr marL="61367" marR="61367" marT="66481" marB="6648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604403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36554EC0-F193-BD22-4928-80AB13E351C9}"/>
              </a:ext>
            </a:extLst>
          </p:cNvPr>
          <p:cNvGrpSpPr/>
          <p:nvPr/>
        </p:nvGrpSpPr>
        <p:grpSpPr>
          <a:xfrm>
            <a:off x="1509100" y="4285791"/>
            <a:ext cx="732660" cy="149845"/>
            <a:chOff x="1504626" y="2963362"/>
            <a:chExt cx="732660" cy="149845"/>
          </a:xfrm>
        </p:grpSpPr>
        <p:sp>
          <p:nvSpPr>
            <p:cNvPr id="7" name="타원 6">
              <a:extLst>
                <a:ext uri="{FF2B5EF4-FFF2-40B4-BE49-F238E27FC236}">
                  <a16:creationId xmlns:a16="http://schemas.microsoft.com/office/drawing/2014/main" id="{5E7DE0A1-E41F-0681-F4F3-4D37D17A3001}"/>
                </a:ext>
              </a:extLst>
            </p:cNvPr>
            <p:cNvSpPr/>
            <p:nvPr/>
          </p:nvSpPr>
          <p:spPr bwMode="auto">
            <a:xfrm>
              <a:off x="2087441" y="2963362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3X3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DED4960-DB95-D64A-D2E7-D091B9415CFB}"/>
                </a:ext>
              </a:extLst>
            </p:cNvPr>
            <p:cNvGrpSpPr/>
            <p:nvPr/>
          </p:nvGrpSpPr>
          <p:grpSpPr>
            <a:xfrm>
              <a:off x="1504626" y="2963362"/>
              <a:ext cx="149845" cy="149845"/>
              <a:chOff x="1420116" y="2250084"/>
              <a:chExt cx="164830" cy="164829"/>
            </a:xfrm>
          </p:grpSpPr>
          <p:sp>
            <p:nvSpPr>
              <p:cNvPr id="13" name="타원 12">
                <a:extLst>
                  <a:ext uri="{FF2B5EF4-FFF2-40B4-BE49-F238E27FC236}">
                    <a16:creationId xmlns:a16="http://schemas.microsoft.com/office/drawing/2014/main" id="{09BEF214-1420-3AC6-524F-7368BF5C71FE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ko-KR" sz="900" b="1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2X2</a:t>
                </a:r>
                <a:endParaRPr lang="ko-KR" altLang="en-US" sz="900" b="1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5EC58FFA-551D-00B0-2639-E0187E0AA0B0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11C073F-8DB0-721C-514A-1AEB6ED0C6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3508528"/>
              </p:ext>
            </p:extLst>
          </p:nvPr>
        </p:nvGraphicFramePr>
        <p:xfrm>
          <a:off x="307975" y="4609632"/>
          <a:ext cx="7100508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0231">
                  <a:extLst>
                    <a:ext uri="{9D8B030D-6E8A-4147-A177-3AD203B41FA5}">
                      <a16:colId xmlns:a16="http://schemas.microsoft.com/office/drawing/2014/main" val="4240747013"/>
                    </a:ext>
                  </a:extLst>
                </a:gridCol>
                <a:gridCol w="5980277">
                  <a:extLst>
                    <a:ext uri="{9D8B030D-6E8A-4147-A177-3AD203B41FA5}">
                      <a16:colId xmlns:a16="http://schemas.microsoft.com/office/drawing/2014/main" val="1389041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단어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신발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87240"/>
                  </a:ext>
                </a:extLst>
              </a:tr>
              <a:tr h="180081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이미지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>
                          <a:solidFill>
                            <a:schemeClr val="tx1"/>
                          </a:solidFill>
                        </a:rPr>
                        <a:t>shoes.jpg</a:t>
                      </a:r>
                      <a:endParaRPr lang="ko-KR" altLang="en-US" sz="900" u="sng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272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음성 파일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u="sng">
                          <a:solidFill>
                            <a:schemeClr val="tx1"/>
                          </a:solidFill>
                        </a:rPr>
                        <a:t>shoes.mp3</a:t>
                      </a:r>
                      <a:endParaRPr lang="ko-KR" altLang="en-US" sz="900" u="sng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933817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70441A0D-CDB3-708C-E3BD-6826DC396C61}"/>
              </a:ext>
            </a:extLst>
          </p:cNvPr>
          <p:cNvSpPr/>
          <p:nvPr/>
        </p:nvSpPr>
        <p:spPr>
          <a:xfrm>
            <a:off x="307975" y="549211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709024C-5FE7-F100-5DF4-E6BA4C714BC4}"/>
              </a:ext>
            </a:extLst>
          </p:cNvPr>
          <p:cNvSpPr/>
          <p:nvPr/>
        </p:nvSpPr>
        <p:spPr>
          <a:xfrm>
            <a:off x="6630601" y="5492113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1DDAC1CE-7E1C-2BCC-1953-E5EE7F2651E7}"/>
              </a:ext>
            </a:extLst>
          </p:cNvPr>
          <p:cNvGrpSpPr/>
          <p:nvPr/>
        </p:nvGrpSpPr>
        <p:grpSpPr>
          <a:xfrm rot="5400000" flipH="1">
            <a:off x="66563" y="4239038"/>
            <a:ext cx="230832" cy="251992"/>
            <a:chOff x="4437623" y="2066810"/>
            <a:chExt cx="230832" cy="251992"/>
          </a:xfrm>
        </p:grpSpPr>
        <p:sp>
          <p:nvSpPr>
            <p:cNvPr id="9" name="눈물 방울 8">
              <a:extLst>
                <a:ext uri="{FF2B5EF4-FFF2-40B4-BE49-F238E27FC236}">
                  <a16:creationId xmlns:a16="http://schemas.microsoft.com/office/drawing/2014/main" id="{6AC1BA95-7FF2-CA78-F805-354D59CED39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5F0C4D-9CD3-25A3-C215-1FC7837CBFC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FCD8938-FBEE-D5CE-A196-B81E7368FDE3}"/>
              </a:ext>
            </a:extLst>
          </p:cNvPr>
          <p:cNvGrpSpPr/>
          <p:nvPr/>
        </p:nvGrpSpPr>
        <p:grpSpPr>
          <a:xfrm rot="5400000" flipH="1">
            <a:off x="66563" y="5421260"/>
            <a:ext cx="230832" cy="251992"/>
            <a:chOff x="4437623" y="2066810"/>
            <a:chExt cx="230832" cy="251992"/>
          </a:xfrm>
        </p:grpSpPr>
        <p:sp>
          <p:nvSpPr>
            <p:cNvPr id="19" name="눈물 방울 18">
              <a:extLst>
                <a:ext uri="{FF2B5EF4-FFF2-40B4-BE49-F238E27FC236}">
                  <a16:creationId xmlns:a16="http://schemas.microsoft.com/office/drawing/2014/main" id="{72AF426F-9B40-614F-CD68-715F6DC3928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28BC780-BE04-E0A8-B69A-F3B9718F7A8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758783FC-2F6E-DB1C-AD8B-4ADC2C9F0E3E}"/>
              </a:ext>
            </a:extLst>
          </p:cNvPr>
          <p:cNvGrpSpPr/>
          <p:nvPr/>
        </p:nvGrpSpPr>
        <p:grpSpPr>
          <a:xfrm rot="5400000" flipH="1">
            <a:off x="6277879" y="5447007"/>
            <a:ext cx="230832" cy="251992"/>
            <a:chOff x="4437623" y="2066810"/>
            <a:chExt cx="230832" cy="251992"/>
          </a:xfrm>
        </p:grpSpPr>
        <p:sp>
          <p:nvSpPr>
            <p:cNvPr id="22" name="눈물 방울 21">
              <a:extLst>
                <a:ext uri="{FF2B5EF4-FFF2-40B4-BE49-F238E27FC236}">
                  <a16:creationId xmlns:a16="http://schemas.microsoft.com/office/drawing/2014/main" id="{22632236-C8DD-AD1C-4625-F5E5DCF0BFF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C8A3B8F2-D2B9-4415-2E7D-F3C771984C8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F89AAB3E-9DA5-AC67-5ED3-8C31711FE94C}"/>
              </a:ext>
            </a:extLst>
          </p:cNvPr>
          <p:cNvGrpSpPr/>
          <p:nvPr/>
        </p:nvGrpSpPr>
        <p:grpSpPr>
          <a:xfrm rot="5400000">
            <a:off x="577721" y="5746910"/>
            <a:ext cx="230832" cy="333746"/>
            <a:chOff x="6369090" y="6065244"/>
            <a:chExt cx="230832" cy="333746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13EFA154-1D6B-CAD9-EFE0-E5AA1E744748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AB8463BE-C3A8-FD44-544A-39875B752CDD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48" name="Group 134">
            <a:extLst>
              <a:ext uri="{FF2B5EF4-FFF2-40B4-BE49-F238E27FC236}">
                <a16:creationId xmlns:a16="http://schemas.microsoft.com/office/drawing/2014/main" id="{014E7366-074B-B511-D7EC-E85CF840B9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854611"/>
              </p:ext>
            </p:extLst>
          </p:nvPr>
        </p:nvGraphicFramePr>
        <p:xfrm>
          <a:off x="7562672" y="283032"/>
          <a:ext cx="2307098" cy="292061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게임 정보를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해당 정보를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상에서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delete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목록에서도 삭제 처리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팝업으로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화면으로 연결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정보를 삭제할까요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?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수강중인 회원이 있을 경우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취소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삭제 후 목록 화면 이동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삭제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실행 시 수강중인 회원이 있을 경우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수강중인 회원이 존재하여 삭제할 수 없습니다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78958243-2A55-BA80-E2F0-E850C0CB95C1}"/>
              </a:ext>
            </a:extLst>
          </p:cNvPr>
          <p:cNvSpPr txBox="1"/>
          <p:nvPr/>
        </p:nvSpPr>
        <p:spPr>
          <a:xfrm>
            <a:off x="1509101" y="1919501"/>
            <a:ext cx="1538899" cy="2082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353FFA8-E7C7-9A8B-7FA5-56DDA0DE5C07}"/>
              </a:ext>
            </a:extLst>
          </p:cNvPr>
          <p:cNvSpPr/>
          <p:nvPr/>
        </p:nvSpPr>
        <p:spPr>
          <a:xfrm>
            <a:off x="3070727" y="1915449"/>
            <a:ext cx="633600" cy="208265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도서 설정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489056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49C8471-3A89-4AC1-BA82-B02BCE23C0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예시</a:t>
            </a:r>
            <a:r>
              <a:rPr lang="en-US" altLang="ko-KR"/>
              <a:t>) </a:t>
            </a:r>
            <a:r>
              <a:rPr lang="ko-KR" altLang="en-US"/>
              <a:t>메모리 게임</a:t>
            </a:r>
            <a:endParaRPr lang="ko-KR" altLang="en-US" dirty="0"/>
          </a:p>
        </p:txBody>
      </p:sp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D4763F5-1D64-4377-B92A-99406A52FB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7D95B9-D294-4C10-8C77-B8BD972F5774}" type="slidenum">
              <a:rPr lang="ko-KR" altLang="en-US" smtClean="0"/>
              <a:t>72</a:t>
            </a:fld>
            <a:endParaRPr lang="ko-KR" altLang="en-US"/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A56ED75-DB4B-4866-B8FD-D506505CC073}"/>
              </a:ext>
            </a:extLst>
          </p:cNvPr>
          <p:cNvSpPr/>
          <p:nvPr/>
        </p:nvSpPr>
        <p:spPr>
          <a:xfrm>
            <a:off x="584515" y="1332992"/>
            <a:ext cx="875287" cy="344976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5" b="1" dirty="0"/>
              <a:t>게임도전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5104D9D-4B9C-46F4-BCA7-FDF953DCF0BA}"/>
              </a:ext>
            </a:extLst>
          </p:cNvPr>
          <p:cNvSpPr/>
          <p:nvPr/>
        </p:nvSpPr>
        <p:spPr>
          <a:xfrm>
            <a:off x="2710742" y="167246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2C9D2CA-0A0D-4431-870B-8C15926DEB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69868" y="1731589"/>
            <a:ext cx="1005125" cy="100512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0F96B6E-ABD1-42B0-B875-527176CFB477}"/>
              </a:ext>
            </a:extLst>
          </p:cNvPr>
          <p:cNvSpPr txBox="1"/>
          <p:nvPr/>
        </p:nvSpPr>
        <p:spPr>
          <a:xfrm>
            <a:off x="2710743" y="1917399"/>
            <a:ext cx="1178505" cy="6258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467" b="1" dirty="0">
                <a:solidFill>
                  <a:schemeClr val="bg1"/>
                </a:solidFill>
              </a:rPr>
              <a:t>신발</a:t>
            </a:r>
            <a:endParaRPr lang="ko-KR" altLang="en-US" sz="1192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900170B-FB08-4903-B428-B1E43CD95014}"/>
              </a:ext>
            </a:extLst>
          </p:cNvPr>
          <p:cNvSpPr/>
          <p:nvPr/>
        </p:nvSpPr>
        <p:spPr>
          <a:xfrm>
            <a:off x="4142413" y="167246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9CDE5F86-B89B-4217-8B13-BE0955358A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30639" y="1687411"/>
            <a:ext cx="914059" cy="1108429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0EAB0925-11F8-4BD4-8AEC-8C4009FF68B7}"/>
              </a:ext>
            </a:extLst>
          </p:cNvPr>
          <p:cNvSpPr/>
          <p:nvPr/>
        </p:nvSpPr>
        <p:spPr>
          <a:xfrm>
            <a:off x="5566852" y="167246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EEA98437-A7FA-4075-BB55-D1098CF7FF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55079" y="1687411"/>
            <a:ext cx="914059" cy="1108429"/>
          </a:xfrm>
          <a:prstGeom prst="rect">
            <a:avLst/>
          </a:prstGeom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27711F97-87F0-48D4-8ED7-2BD5D0E7AC4C}"/>
              </a:ext>
            </a:extLst>
          </p:cNvPr>
          <p:cNvSpPr/>
          <p:nvPr/>
        </p:nvSpPr>
        <p:spPr>
          <a:xfrm>
            <a:off x="4142413" y="300290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6C9C81FF-E6E5-448F-8487-0F57F9E2860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30639" y="3017852"/>
            <a:ext cx="914059" cy="1108429"/>
          </a:xfrm>
          <a:prstGeom prst="rect">
            <a:avLst/>
          </a:prstGeom>
        </p:spPr>
      </p:pic>
      <p:sp>
        <p:nvSpPr>
          <p:cNvPr id="23" name="직사각형 22">
            <a:extLst>
              <a:ext uri="{FF2B5EF4-FFF2-40B4-BE49-F238E27FC236}">
                <a16:creationId xmlns:a16="http://schemas.microsoft.com/office/drawing/2014/main" id="{DBF4CB28-0B42-4BA3-BD56-3DA3D94D34B5}"/>
              </a:ext>
            </a:extLst>
          </p:cNvPr>
          <p:cNvSpPr/>
          <p:nvPr/>
        </p:nvSpPr>
        <p:spPr>
          <a:xfrm>
            <a:off x="5566852" y="300290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70EC0825-C242-4A44-A159-2C79A927A0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55079" y="3017852"/>
            <a:ext cx="914059" cy="1108429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3A62B3-0607-4DEF-932C-3E56739EF3BF}"/>
              </a:ext>
            </a:extLst>
          </p:cNvPr>
          <p:cNvSpPr/>
          <p:nvPr/>
        </p:nvSpPr>
        <p:spPr>
          <a:xfrm>
            <a:off x="2703512" y="3002904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FA7A76FD-9DF7-4E1C-B155-38C69818B3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1739" y="3017852"/>
            <a:ext cx="914059" cy="1108429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F1E90C33-636E-49CA-BA2D-F4275A852783}"/>
              </a:ext>
            </a:extLst>
          </p:cNvPr>
          <p:cNvSpPr/>
          <p:nvPr/>
        </p:nvSpPr>
        <p:spPr>
          <a:xfrm>
            <a:off x="4142413" y="4347806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062D5B7B-5690-4934-9D60-25336A906D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30639" y="4362754"/>
            <a:ext cx="914059" cy="1108429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E747499A-4CAC-4B50-8F99-A4BECB78346B}"/>
              </a:ext>
            </a:extLst>
          </p:cNvPr>
          <p:cNvSpPr/>
          <p:nvPr/>
        </p:nvSpPr>
        <p:spPr>
          <a:xfrm>
            <a:off x="5566852" y="4347806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3782594-2F0F-4F50-B563-BEB8161AEADC}"/>
              </a:ext>
            </a:extLst>
          </p:cNvPr>
          <p:cNvSpPr/>
          <p:nvPr/>
        </p:nvSpPr>
        <p:spPr>
          <a:xfrm>
            <a:off x="2703512" y="4347806"/>
            <a:ext cx="1123376" cy="1123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B06AE8C8-FA8C-4524-957E-46C262D94A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1739" y="4362754"/>
            <a:ext cx="914059" cy="1108429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A1599614-3293-43AD-887B-EBD08F562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25978" y="4401046"/>
            <a:ext cx="1005125" cy="1005125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28B99651-DE50-4BD8-8E36-D89FBFBE44A4}"/>
              </a:ext>
            </a:extLst>
          </p:cNvPr>
          <p:cNvSpPr txBox="1"/>
          <p:nvPr/>
        </p:nvSpPr>
        <p:spPr>
          <a:xfrm>
            <a:off x="5566853" y="4586856"/>
            <a:ext cx="1178505" cy="6258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467" b="1" dirty="0">
                <a:solidFill>
                  <a:schemeClr val="bg1"/>
                </a:solidFill>
              </a:rPr>
              <a:t>신발</a:t>
            </a:r>
            <a:endParaRPr lang="ko-KR" altLang="en-US" sz="1192" b="1" dirty="0">
              <a:solidFill>
                <a:schemeClr val="bg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4E253D-6B0B-41AA-A587-6F7D316AFD0F}"/>
              </a:ext>
            </a:extLst>
          </p:cNvPr>
          <p:cNvSpPr/>
          <p:nvPr/>
        </p:nvSpPr>
        <p:spPr>
          <a:xfrm>
            <a:off x="7029730" y="3116966"/>
            <a:ext cx="2690237" cy="128408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37" dirty="0"/>
              <a:t>디폴트는 뒷면</a:t>
            </a:r>
            <a:r>
              <a:rPr lang="en-US" altLang="ko-KR" sz="1137" dirty="0"/>
              <a:t>, 1</a:t>
            </a:r>
            <a:r>
              <a:rPr lang="ko-KR" altLang="en-US" sz="1137" dirty="0"/>
              <a:t>초 후 카드를 한꺼번에 </a:t>
            </a:r>
            <a:r>
              <a:rPr lang="en-US" altLang="ko-KR" sz="1137" dirty="0"/>
              <a:t>2</a:t>
            </a:r>
            <a:r>
              <a:rPr lang="ko-KR" altLang="en-US" sz="1137" dirty="0"/>
              <a:t>초 정도 보여주고 다시 뒷면</a:t>
            </a:r>
          </a:p>
          <a:p>
            <a:pPr algn="ctr"/>
            <a:r>
              <a:rPr lang="ko-KR" altLang="en-US" sz="1137" dirty="0"/>
              <a:t>글자와 그림이 함께 있는 카드를 넣고 맞추면 해당 단어 사운드가 나오면서 두 카드가 사라짐</a:t>
            </a:r>
          </a:p>
        </p:txBody>
      </p:sp>
    </p:spTree>
    <p:extLst>
      <p:ext uri="{BB962C8B-B14F-4D97-AF65-F5344CB8AC3E}">
        <p14:creationId xmlns:p14="http://schemas.microsoft.com/office/powerpoint/2010/main" val="218351578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en-US" altLang="ko-KR" b="1"/>
              <a:t>LMS(B2B</a:t>
            </a:r>
            <a:r>
              <a:rPr lang="ko-KR" altLang="en-US" b="1"/>
              <a:t> 기능</a:t>
            </a:r>
            <a:r>
              <a:rPr lang="en-US" altLang="ko-KR" b="1"/>
              <a:t>)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84878880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9798974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616788"/>
              </p:ext>
            </p:extLst>
          </p:nvPr>
        </p:nvGraphicFramePr>
        <p:xfrm>
          <a:off x="7562672" y="283032"/>
          <a:ext cx="2307098" cy="199163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센터별 전체 학습 목록을 노출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센터 권한에 따라 등록된 학습자 목록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가입일을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학습자 이름을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818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LMS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LMS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목록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1971646"/>
              </p:ext>
            </p:extLst>
          </p:nvPr>
        </p:nvGraphicFramePr>
        <p:xfrm>
          <a:off x="307973" y="2710175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50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747944">
                  <a:extLst>
                    <a:ext uri="{9D8B030D-6E8A-4147-A177-3AD203B41FA5}">
                      <a16:colId xmlns:a16="http://schemas.microsoft.com/office/drawing/2014/main" val="90303525"/>
                    </a:ext>
                  </a:extLst>
                </a:gridCol>
                <a:gridCol w="3407530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453623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수강여부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학습자 이름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가입일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강길동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라희동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4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박재희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우유희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2472780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8884459"/>
              </p:ext>
            </p:extLst>
          </p:nvPr>
        </p:nvGraphicFramePr>
        <p:xfrm>
          <a:off x="307974" y="1058092"/>
          <a:ext cx="7093604" cy="110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수강여부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학습자 이름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가입일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784939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859335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5167535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5167535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471204"/>
              </p:ext>
            </p:extLst>
          </p:nvPr>
        </p:nvGraphicFramePr>
        <p:xfrm>
          <a:off x="3109528" y="5096978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D3416A9B-8595-6E48-FF0A-F1D1D167F189}"/>
              </a:ext>
            </a:extLst>
          </p:cNvPr>
          <p:cNvGrpSpPr/>
          <p:nvPr/>
        </p:nvGrpSpPr>
        <p:grpSpPr>
          <a:xfrm>
            <a:off x="1399574" y="1133750"/>
            <a:ext cx="1552765" cy="149845"/>
            <a:chOff x="1418644" y="1904256"/>
            <a:chExt cx="1552765" cy="149845"/>
          </a:xfrm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7E233A4C-A3C7-CE6F-FE1C-55C6F94C14A0}"/>
                </a:ext>
              </a:extLst>
            </p:cNvPr>
            <p:cNvSpPr/>
            <p:nvPr/>
          </p:nvSpPr>
          <p:spPr bwMode="auto">
            <a:xfrm>
              <a:off x="2039887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수강중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1E7740C3-86D3-944F-79C4-12E883EAA7CC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AD63FBED-A69C-52A7-4319-757B8B3A3379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" name="타원 110">
                <a:extLst>
                  <a:ext uri="{FF2B5EF4-FFF2-40B4-BE49-F238E27FC236}">
                    <a16:creationId xmlns:a16="http://schemas.microsoft.com/office/drawing/2014/main" id="{869BEB8B-E6A0-AF8C-58B4-000184477B2F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281465D6-6C7F-4DC9-3C9C-466B95630563}"/>
                </a:ext>
              </a:extLst>
            </p:cNvPr>
            <p:cNvSpPr/>
            <p:nvPr/>
          </p:nvSpPr>
          <p:spPr bwMode="auto">
            <a:xfrm>
              <a:off x="2821564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미수강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4058040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99575" y="1509022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7F54262F-D035-129D-97DB-5A8EAD77F1A0}"/>
              </a:ext>
            </a:extLst>
          </p:cNvPr>
          <p:cNvGrpSpPr/>
          <p:nvPr/>
        </p:nvGrpSpPr>
        <p:grpSpPr>
          <a:xfrm>
            <a:off x="1419019" y="1908810"/>
            <a:ext cx="3302969" cy="149845"/>
            <a:chOff x="1419019" y="2268866"/>
            <a:chExt cx="3302969" cy="149845"/>
          </a:xfrm>
        </p:grpSpPr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F5C6E224-0896-C664-DB93-DA7DBFFF09B3}"/>
                </a:ext>
              </a:extLst>
            </p:cNvPr>
            <p:cNvSpPr/>
            <p:nvPr/>
          </p:nvSpPr>
          <p:spPr bwMode="auto">
            <a:xfrm>
              <a:off x="3220609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3C077696-DE60-C556-16A3-99E829FCABE8}"/>
                </a:ext>
              </a:extLst>
            </p:cNvPr>
            <p:cNvSpPr/>
            <p:nvPr/>
          </p:nvSpPr>
          <p:spPr bwMode="auto">
            <a:xfrm>
              <a:off x="2544842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16948CCB-B908-AD18-FB88-FC9890763B74}"/>
                </a:ext>
              </a:extLst>
            </p:cNvPr>
            <p:cNvSpPr/>
            <p:nvPr/>
          </p:nvSpPr>
          <p:spPr bwMode="auto">
            <a:xfrm>
              <a:off x="3896376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ACEC25D8-9C5C-3EE4-8BC1-AF9735873E62}"/>
                </a:ext>
              </a:extLst>
            </p:cNvPr>
            <p:cNvSpPr/>
            <p:nvPr/>
          </p:nvSpPr>
          <p:spPr bwMode="auto">
            <a:xfrm>
              <a:off x="4572143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</a:t>
              </a: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4BD7F904-593F-2C32-9EA4-BAA3B624FC70}"/>
                </a:ext>
              </a:extLst>
            </p:cNvPr>
            <p:cNvGrpSpPr/>
            <p:nvPr/>
          </p:nvGrpSpPr>
          <p:grpSpPr>
            <a:xfrm>
              <a:off x="1419019" y="2268866"/>
              <a:ext cx="149845" cy="149845"/>
              <a:chOff x="6958892" y="1947799"/>
              <a:chExt cx="149845" cy="149845"/>
            </a:xfrm>
          </p:grpSpPr>
          <p:sp>
            <p:nvSpPr>
              <p:cNvPr id="13" name="타원 12">
                <a:extLst>
                  <a:ext uri="{FF2B5EF4-FFF2-40B4-BE49-F238E27FC236}">
                    <a16:creationId xmlns:a16="http://schemas.microsoft.com/office/drawing/2014/main" id="{95C541D7-5372-DAB9-77DE-81D343B8B16C}"/>
                  </a:ext>
                </a:extLst>
              </p:cNvPr>
              <p:cNvSpPr/>
              <p:nvPr/>
            </p:nvSpPr>
            <p:spPr bwMode="auto">
              <a:xfrm>
                <a:off x="6958892" y="1947799"/>
                <a:ext cx="149845" cy="149845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 dirty="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643A6E7A-15B0-95B0-5F58-5F89825093DC}"/>
                  </a:ext>
                </a:extLst>
              </p:cNvPr>
              <p:cNvSpPr/>
              <p:nvPr/>
            </p:nvSpPr>
            <p:spPr bwMode="auto">
              <a:xfrm>
                <a:off x="6991531" y="1979137"/>
                <a:ext cx="89256" cy="89257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2699595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943503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5352706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34454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학습자 선택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0396514"/>
              </p:ext>
            </p:extLst>
          </p:nvPr>
        </p:nvGraphicFramePr>
        <p:xfrm>
          <a:off x="7562672" y="283032"/>
          <a:ext cx="2307098" cy="4949256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학습자의 기본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학습자의 관리 부모 회원 계정 상세 화면을 새창으로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학습자가 학습한 전체 내역을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학습지표는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북클럽 디지털학습 기준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장표를 참조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학습년도를 선택하기 위한 셀렉트박스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- 2023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년도부터 매해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년단위로 추가하여 목록을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월단위 선택 버튼으로 학습한 기록이 존재할 경우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7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월처럼 별도 형태로 표시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과정을 선택하기 위한 셀렉트 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월에 마지막으로 학습한 과정을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존재하지 않는 경우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STEP1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BOOK1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과정에 대한 학습지수를 표시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학습지표는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북클럽 디지털학습 기준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장표를 참조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5b)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과정에 있는 각 도서에 대한 학습 지표를 토대로 그래프를 표현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03922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8873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1353081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964047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438188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LMS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LMS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정보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39B98A79-82EB-E548-66E6-9091B9D68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0234906"/>
              </p:ext>
            </p:extLst>
          </p:nvPr>
        </p:nvGraphicFramePr>
        <p:xfrm>
          <a:off x="307975" y="1232467"/>
          <a:ext cx="7092950" cy="509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602">
                  <a:extLst>
                    <a:ext uri="{9D8B030D-6E8A-4147-A177-3AD203B41FA5}">
                      <a16:colId xmlns:a16="http://schemas.microsoft.com/office/drawing/2014/main" val="1836828834"/>
                    </a:ext>
                  </a:extLst>
                </a:gridCol>
                <a:gridCol w="4543305">
                  <a:extLst>
                    <a:ext uri="{9D8B030D-6E8A-4147-A177-3AD203B41FA5}">
                      <a16:colId xmlns:a16="http://schemas.microsoft.com/office/drawing/2014/main" val="3838617470"/>
                    </a:ext>
                  </a:extLst>
                </a:gridCol>
                <a:gridCol w="1560043">
                  <a:extLst>
                    <a:ext uri="{9D8B030D-6E8A-4147-A177-3AD203B41FA5}">
                      <a16:colId xmlns:a16="http://schemas.microsoft.com/office/drawing/2014/main" val="174411375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수강여부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학습자 이름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가입일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81826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강길동</a:t>
                      </a:r>
                      <a:endParaRPr lang="ko-KR" altLang="en-US" sz="80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00930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62D11E1-10B9-FF7F-11A5-BB4B1F5BB45C}"/>
              </a:ext>
            </a:extLst>
          </p:cNvPr>
          <p:cNvSpPr/>
          <p:nvPr/>
        </p:nvSpPr>
        <p:spPr>
          <a:xfrm>
            <a:off x="6236488" y="1871904"/>
            <a:ext cx="1164437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회원정보 상세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3ACDECF-B106-735D-F1B2-748C0562268E}"/>
              </a:ext>
            </a:extLst>
          </p:cNvPr>
          <p:cNvSpPr txBox="1"/>
          <p:nvPr/>
        </p:nvSpPr>
        <p:spPr>
          <a:xfrm>
            <a:off x="307975" y="1014623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학습자 정보</a:t>
            </a:r>
            <a:endParaRPr lang="ko-KR" altLang="en-US" sz="900" b="1" dirty="0">
              <a:latin typeface="+mn-ea"/>
              <a:ea typeface="+mn-ea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0DC9E30-99DA-5A47-CDA7-206D21D17B89}"/>
              </a:ext>
            </a:extLst>
          </p:cNvPr>
          <p:cNvSpPr txBox="1"/>
          <p:nvPr/>
        </p:nvSpPr>
        <p:spPr>
          <a:xfrm>
            <a:off x="307975" y="2077354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총 학습내역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DBE94A-6203-E4B9-67CC-170CA0A426A4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2315475"/>
          <a:ext cx="7092950" cy="509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8590">
                  <a:extLst>
                    <a:ext uri="{9D8B030D-6E8A-4147-A177-3AD203B41FA5}">
                      <a16:colId xmlns:a16="http://schemas.microsoft.com/office/drawing/2014/main" val="1836828834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1744113758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2550078720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1601759747"/>
                    </a:ext>
                  </a:extLst>
                </a:gridCol>
                <a:gridCol w="1418590">
                  <a:extLst>
                    <a:ext uri="{9D8B030D-6E8A-4147-A177-3AD203B41FA5}">
                      <a16:colId xmlns:a16="http://schemas.microsoft.com/office/drawing/2014/main" val="2038495556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독서습관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누적 독서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학습한 어휘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해결한 문제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스티커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81826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107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009307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37867CC6-CCDE-CB0B-CFEC-3EB28600B011}"/>
              </a:ext>
            </a:extLst>
          </p:cNvPr>
          <p:cNvSpPr txBox="1"/>
          <p:nvPr/>
        </p:nvSpPr>
        <p:spPr>
          <a:xfrm>
            <a:off x="307975" y="3044630"/>
            <a:ext cx="9784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월별 학습 내역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510D4B3-8583-B3E1-27D9-8259973C8686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4264421"/>
          <a:ext cx="7092948" cy="509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2158">
                  <a:extLst>
                    <a:ext uri="{9D8B030D-6E8A-4147-A177-3AD203B41FA5}">
                      <a16:colId xmlns:a16="http://schemas.microsoft.com/office/drawing/2014/main" val="1836828834"/>
                    </a:ext>
                  </a:extLst>
                </a:gridCol>
                <a:gridCol w="1182158">
                  <a:extLst>
                    <a:ext uri="{9D8B030D-6E8A-4147-A177-3AD203B41FA5}">
                      <a16:colId xmlns:a16="http://schemas.microsoft.com/office/drawing/2014/main" val="1744113758"/>
                    </a:ext>
                  </a:extLst>
                </a:gridCol>
                <a:gridCol w="1182158">
                  <a:extLst>
                    <a:ext uri="{9D8B030D-6E8A-4147-A177-3AD203B41FA5}">
                      <a16:colId xmlns:a16="http://schemas.microsoft.com/office/drawing/2014/main" val="2550078720"/>
                    </a:ext>
                  </a:extLst>
                </a:gridCol>
                <a:gridCol w="1182158">
                  <a:extLst>
                    <a:ext uri="{9D8B030D-6E8A-4147-A177-3AD203B41FA5}">
                      <a16:colId xmlns:a16="http://schemas.microsoft.com/office/drawing/2014/main" val="1601759747"/>
                    </a:ext>
                  </a:extLst>
                </a:gridCol>
                <a:gridCol w="1182158">
                  <a:extLst>
                    <a:ext uri="{9D8B030D-6E8A-4147-A177-3AD203B41FA5}">
                      <a16:colId xmlns:a16="http://schemas.microsoft.com/office/drawing/2014/main" val="2038495556"/>
                    </a:ext>
                  </a:extLst>
                </a:gridCol>
                <a:gridCol w="1182158">
                  <a:extLst>
                    <a:ext uri="{9D8B030D-6E8A-4147-A177-3AD203B41FA5}">
                      <a16:colId xmlns:a16="http://schemas.microsoft.com/office/drawing/2014/main" val="117564099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독서습관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누적 독서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학습한 어휘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해결한 문제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스티커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출석 횟수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81826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107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009307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E887849D-1737-3D6F-382A-7B525264AB02}"/>
              </a:ext>
            </a:extLst>
          </p:cNvPr>
          <p:cNvSpPr txBox="1"/>
          <p:nvPr/>
        </p:nvSpPr>
        <p:spPr>
          <a:xfrm>
            <a:off x="307975" y="4035885"/>
            <a:ext cx="58406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학습 단계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E0C1BC57-DA19-19D3-F373-56838F403810}"/>
              </a:ext>
            </a:extLst>
          </p:cNvPr>
          <p:cNvGrpSpPr/>
          <p:nvPr/>
        </p:nvGrpSpPr>
        <p:grpSpPr>
          <a:xfrm>
            <a:off x="969170" y="4035885"/>
            <a:ext cx="823912" cy="182240"/>
            <a:chOff x="5720376" y="2134256"/>
            <a:chExt cx="823912" cy="18224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E2B0F7A1-54DD-A46C-C0BC-CDDF5520F231}"/>
                </a:ext>
              </a:extLst>
            </p:cNvPr>
            <p:cNvSpPr/>
            <p:nvPr/>
          </p:nvSpPr>
          <p:spPr>
            <a:xfrm>
              <a:off x="5720376" y="2134256"/>
              <a:ext cx="823912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STEP3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이등변 삼각형 25">
              <a:extLst>
                <a:ext uri="{FF2B5EF4-FFF2-40B4-BE49-F238E27FC236}">
                  <a16:creationId xmlns:a16="http://schemas.microsoft.com/office/drawing/2014/main" id="{0CA35EC7-4FCA-1668-CE0B-2387D88F917E}"/>
                </a:ext>
              </a:extLst>
            </p:cNvPr>
            <p:cNvSpPr/>
            <p:nvPr/>
          </p:nvSpPr>
          <p:spPr>
            <a:xfrm flipH="1" flipV="1">
              <a:off x="640441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7DB4A799-875C-0C3D-19A9-17D4D02B2A4D}"/>
              </a:ext>
            </a:extLst>
          </p:cNvPr>
          <p:cNvGrpSpPr/>
          <p:nvPr/>
        </p:nvGrpSpPr>
        <p:grpSpPr>
          <a:xfrm>
            <a:off x="1881188" y="4035885"/>
            <a:ext cx="823912" cy="182240"/>
            <a:chOff x="5720376" y="2134256"/>
            <a:chExt cx="823912" cy="18224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8A99B86-491D-C9F1-1E66-69B4B0EFB9D0}"/>
                </a:ext>
              </a:extLst>
            </p:cNvPr>
            <p:cNvSpPr/>
            <p:nvPr/>
          </p:nvSpPr>
          <p:spPr>
            <a:xfrm>
              <a:off x="5720376" y="2134256"/>
              <a:ext cx="823912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BOOK1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이등변 삼각형 31">
              <a:extLst>
                <a:ext uri="{FF2B5EF4-FFF2-40B4-BE49-F238E27FC236}">
                  <a16:creationId xmlns:a16="http://schemas.microsoft.com/office/drawing/2014/main" id="{C064B89C-7686-346F-0149-E41217C7E105}"/>
                </a:ext>
              </a:extLst>
            </p:cNvPr>
            <p:cNvSpPr/>
            <p:nvPr/>
          </p:nvSpPr>
          <p:spPr>
            <a:xfrm flipH="1" flipV="1">
              <a:off x="640441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D1D4969-8118-7E5F-3BD7-0E0B409E3E3D}"/>
              </a:ext>
            </a:extLst>
          </p:cNvPr>
          <p:cNvSpPr txBox="1"/>
          <p:nvPr/>
        </p:nvSpPr>
        <p:spPr>
          <a:xfrm>
            <a:off x="307975" y="3337983"/>
            <a:ext cx="584062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학습 년도</a:t>
            </a:r>
            <a:endParaRPr lang="ko-KR" altLang="en-US" sz="800" b="1" dirty="0">
              <a:latin typeface="+mn-ea"/>
              <a:ea typeface="+mn-ea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8AD98C1-CA19-E063-DCF4-38E702D050D4}"/>
              </a:ext>
            </a:extLst>
          </p:cNvPr>
          <p:cNvGrpSpPr/>
          <p:nvPr/>
        </p:nvGrpSpPr>
        <p:grpSpPr>
          <a:xfrm>
            <a:off x="969170" y="3322913"/>
            <a:ext cx="823912" cy="182240"/>
            <a:chOff x="5720376" y="2134256"/>
            <a:chExt cx="823912" cy="18224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40823B5B-C902-C211-17EE-ADAABBC6380F}"/>
                </a:ext>
              </a:extLst>
            </p:cNvPr>
            <p:cNvSpPr/>
            <p:nvPr/>
          </p:nvSpPr>
          <p:spPr>
            <a:xfrm>
              <a:off x="5720376" y="2134256"/>
              <a:ext cx="823912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2023</a:t>
              </a:r>
              <a:r>
                <a:rPr lang="ko-KR" altLang="en-US" sz="800">
                  <a:solidFill>
                    <a:prstClr val="black">
                      <a:lumMod val="50000"/>
                    </a:prstClr>
                  </a:solidFill>
                  <a:latin typeface="맑은 고딕"/>
                  <a:ea typeface="맑은 고딕" panose="020B0503020000020004" pitchFamily="50" charset="-127"/>
                </a:rPr>
                <a:t>년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C86043E6-BA4F-C852-620A-B1387C42B153}"/>
                </a:ext>
              </a:extLst>
            </p:cNvPr>
            <p:cNvSpPr/>
            <p:nvPr/>
          </p:nvSpPr>
          <p:spPr>
            <a:xfrm flipH="1" flipV="1">
              <a:off x="640441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C7CFCEAA-9583-C791-5905-3C395744B448}"/>
              </a:ext>
            </a:extLst>
          </p:cNvPr>
          <p:cNvGraphicFramePr>
            <a:graphicFrameLocks noGrp="1"/>
          </p:cNvGraphicFramePr>
          <p:nvPr/>
        </p:nvGraphicFramePr>
        <p:xfrm>
          <a:off x="307977" y="3612777"/>
          <a:ext cx="7092960" cy="2548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1080">
                  <a:extLst>
                    <a:ext uri="{9D8B030D-6E8A-4147-A177-3AD203B41FA5}">
                      <a16:colId xmlns:a16="http://schemas.microsoft.com/office/drawing/2014/main" val="2146200417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2321489905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3628458551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1939783892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3377746620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2553934536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1936003949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3694211653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4163049150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278089217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1027661247"/>
                    </a:ext>
                  </a:extLst>
                </a:gridCol>
                <a:gridCol w="591080">
                  <a:extLst>
                    <a:ext uri="{9D8B030D-6E8A-4147-A177-3AD203B41FA5}">
                      <a16:colId xmlns:a16="http://schemas.microsoft.com/office/drawing/2014/main" val="2184834081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66555"/>
                  </a:ext>
                </a:extLst>
              </a:tr>
            </a:tbl>
          </a:graphicData>
        </a:graphic>
      </p:graphicFrame>
      <p:pic>
        <p:nvPicPr>
          <p:cNvPr id="38" name="Picture 3">
            <a:extLst>
              <a:ext uri="{FF2B5EF4-FFF2-40B4-BE49-F238E27FC236}">
                <a16:creationId xmlns:a16="http://schemas.microsoft.com/office/drawing/2014/main" id="{F146CDDE-5656-3DA2-16F0-9CAFDE491F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3144" y="4942921"/>
            <a:ext cx="2892511" cy="159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C6726E2F-F8D7-B1AD-59B9-513138698812}"/>
              </a:ext>
            </a:extLst>
          </p:cNvPr>
          <p:cNvGrpSpPr/>
          <p:nvPr/>
        </p:nvGrpSpPr>
        <p:grpSpPr>
          <a:xfrm rot="5400000" flipH="1">
            <a:off x="8799" y="1004043"/>
            <a:ext cx="230832" cy="251992"/>
            <a:chOff x="4437623" y="2066810"/>
            <a:chExt cx="230832" cy="251992"/>
          </a:xfrm>
        </p:grpSpPr>
        <p:sp>
          <p:nvSpPr>
            <p:cNvPr id="5" name="눈물 방울 4">
              <a:extLst>
                <a:ext uri="{FF2B5EF4-FFF2-40B4-BE49-F238E27FC236}">
                  <a16:creationId xmlns:a16="http://schemas.microsoft.com/office/drawing/2014/main" id="{C9C703F5-D763-442E-43C2-DAA29C46209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9A6E49AE-EAAC-650F-0663-B5BDFFBA0DA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D0C1A008-6D2F-805A-3DDC-178B94D15AD3}"/>
              </a:ext>
            </a:extLst>
          </p:cNvPr>
          <p:cNvGrpSpPr/>
          <p:nvPr/>
        </p:nvGrpSpPr>
        <p:grpSpPr>
          <a:xfrm rot="5400000" flipH="1">
            <a:off x="5968275" y="1867413"/>
            <a:ext cx="230832" cy="251992"/>
            <a:chOff x="4437623" y="2066810"/>
            <a:chExt cx="230832" cy="251992"/>
          </a:xfrm>
        </p:grpSpPr>
        <p:sp>
          <p:nvSpPr>
            <p:cNvPr id="8" name="눈물 방울 7">
              <a:extLst>
                <a:ext uri="{FF2B5EF4-FFF2-40B4-BE49-F238E27FC236}">
                  <a16:creationId xmlns:a16="http://schemas.microsoft.com/office/drawing/2014/main" id="{863EDDDB-588B-2442-7B7F-5CD77D84175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139C74BF-1C2E-248A-3330-0763F6AA6F1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2E12935-9767-20F0-4F85-50E20F98F122}"/>
              </a:ext>
            </a:extLst>
          </p:cNvPr>
          <p:cNvGrpSpPr/>
          <p:nvPr/>
        </p:nvGrpSpPr>
        <p:grpSpPr>
          <a:xfrm rot="5400000" flipH="1">
            <a:off x="8799" y="2267193"/>
            <a:ext cx="230832" cy="251992"/>
            <a:chOff x="4437623" y="2066810"/>
            <a:chExt cx="230832" cy="251992"/>
          </a:xfrm>
        </p:grpSpPr>
        <p:sp>
          <p:nvSpPr>
            <p:cNvPr id="11" name="눈물 방울 10">
              <a:extLst>
                <a:ext uri="{FF2B5EF4-FFF2-40B4-BE49-F238E27FC236}">
                  <a16:creationId xmlns:a16="http://schemas.microsoft.com/office/drawing/2014/main" id="{CA2A034F-F2EA-5AE0-75C0-FCF9B4D3CA6A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7C07ED7-D484-FC11-5784-62A935AF4F7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A55045D3-97A6-7967-30F4-919A9EEE6302}"/>
              </a:ext>
            </a:extLst>
          </p:cNvPr>
          <p:cNvGrpSpPr/>
          <p:nvPr/>
        </p:nvGrpSpPr>
        <p:grpSpPr>
          <a:xfrm rot="5400000" flipH="1">
            <a:off x="8799" y="3303004"/>
            <a:ext cx="230832" cy="251992"/>
            <a:chOff x="4437623" y="2066810"/>
            <a:chExt cx="230832" cy="251992"/>
          </a:xfrm>
        </p:grpSpPr>
        <p:sp>
          <p:nvSpPr>
            <p:cNvPr id="14" name="눈물 방울 13">
              <a:extLst>
                <a:ext uri="{FF2B5EF4-FFF2-40B4-BE49-F238E27FC236}">
                  <a16:creationId xmlns:a16="http://schemas.microsoft.com/office/drawing/2014/main" id="{DCFF6A06-1BE7-F37B-2572-2B35A726D9E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13CBD65B-7610-1877-0D4C-D7A32F3FD0F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A0256CF5-FB50-C412-2021-953984DC8058}"/>
              </a:ext>
            </a:extLst>
          </p:cNvPr>
          <p:cNvGrpSpPr/>
          <p:nvPr/>
        </p:nvGrpSpPr>
        <p:grpSpPr>
          <a:xfrm rot="5400000" flipH="1">
            <a:off x="8799" y="3594988"/>
            <a:ext cx="230832" cy="314510"/>
            <a:chOff x="4437624" y="2035552"/>
            <a:chExt cx="230832" cy="314510"/>
          </a:xfrm>
        </p:grpSpPr>
        <p:sp>
          <p:nvSpPr>
            <p:cNvPr id="28" name="눈물 방울 27">
              <a:extLst>
                <a:ext uri="{FF2B5EF4-FFF2-40B4-BE49-F238E27FC236}">
                  <a16:creationId xmlns:a16="http://schemas.microsoft.com/office/drawing/2014/main" id="{4CA126D2-965A-2547-3FB0-C9DF4EAEA4C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D706406-FF9E-EE20-1AC4-AA5993FF5C29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41ED25B-3E2A-A54E-D740-2B278AAC0D70}"/>
              </a:ext>
            </a:extLst>
          </p:cNvPr>
          <p:cNvGrpSpPr/>
          <p:nvPr/>
        </p:nvGrpSpPr>
        <p:grpSpPr>
          <a:xfrm rot="5400000" flipH="1">
            <a:off x="8799" y="4025305"/>
            <a:ext cx="230832" cy="251992"/>
            <a:chOff x="4437624" y="2066811"/>
            <a:chExt cx="230832" cy="251992"/>
          </a:xfrm>
        </p:grpSpPr>
        <p:sp>
          <p:nvSpPr>
            <p:cNvPr id="40" name="눈물 방울 39">
              <a:extLst>
                <a:ext uri="{FF2B5EF4-FFF2-40B4-BE49-F238E27FC236}">
                  <a16:creationId xmlns:a16="http://schemas.microsoft.com/office/drawing/2014/main" id="{A04D81DB-9B08-663B-28D3-A85DC4C626E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040D7E7B-14C4-DAA1-5525-A640C8177376}"/>
                </a:ext>
              </a:extLst>
            </p:cNvPr>
            <p:cNvSpPr/>
            <p:nvPr/>
          </p:nvSpPr>
          <p:spPr>
            <a:xfrm rot="5400000">
              <a:off x="4427044" y="2077391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1195CF4F-7BE1-B275-0446-6C3DF6A6F11E}"/>
              </a:ext>
            </a:extLst>
          </p:cNvPr>
          <p:cNvGrpSpPr/>
          <p:nvPr/>
        </p:nvGrpSpPr>
        <p:grpSpPr>
          <a:xfrm rot="5400000" flipH="1">
            <a:off x="8799" y="4374539"/>
            <a:ext cx="230832" cy="314510"/>
            <a:chOff x="4437624" y="2035552"/>
            <a:chExt cx="230832" cy="314510"/>
          </a:xfrm>
        </p:grpSpPr>
        <p:sp>
          <p:nvSpPr>
            <p:cNvPr id="43" name="눈물 방울 42">
              <a:extLst>
                <a:ext uri="{FF2B5EF4-FFF2-40B4-BE49-F238E27FC236}">
                  <a16:creationId xmlns:a16="http://schemas.microsoft.com/office/drawing/2014/main" id="{B8FBBE20-E2CF-9F5E-2646-0B3E06B141B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F25DC93-D87E-69F1-A3F6-3D969EF88E5C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E5B821C-56B6-2966-D077-361C2EDA006E}"/>
              </a:ext>
            </a:extLst>
          </p:cNvPr>
          <p:cNvGrpSpPr/>
          <p:nvPr/>
        </p:nvGrpSpPr>
        <p:grpSpPr>
          <a:xfrm rot="5400000" flipH="1">
            <a:off x="1901488" y="5499537"/>
            <a:ext cx="230832" cy="251992"/>
            <a:chOff x="4437624" y="2066811"/>
            <a:chExt cx="230832" cy="251992"/>
          </a:xfrm>
        </p:grpSpPr>
        <p:sp>
          <p:nvSpPr>
            <p:cNvPr id="46" name="눈물 방울 45">
              <a:extLst>
                <a:ext uri="{FF2B5EF4-FFF2-40B4-BE49-F238E27FC236}">
                  <a16:creationId xmlns:a16="http://schemas.microsoft.com/office/drawing/2014/main" id="{69C1F35C-714B-15B2-B2F9-3F43F6E0AE2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058CADE8-5269-7D7B-F7BB-D496FE3CA962}"/>
                </a:ext>
              </a:extLst>
            </p:cNvPr>
            <p:cNvSpPr/>
            <p:nvPr/>
          </p:nvSpPr>
          <p:spPr>
            <a:xfrm rot="5400000">
              <a:off x="4427044" y="2077391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500040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287759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학습자 선택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198266"/>
              </p:ext>
            </p:extLst>
          </p:nvPr>
        </p:nvGraphicFramePr>
        <p:xfrm>
          <a:off x="7562672" y="283032"/>
          <a:ext cx="2307098" cy="25013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과정에 있는 책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권에 대한 학습 진행율과 학습 현황지표를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목록화면으로 이동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관리자가 해당 학습자에 대한 기록을 남기는 메모 기능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글자수 제한 없음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등록한 문장에 대한 저장 기능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저장되었습니다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9" name="TextBox 38">
            <a:extLst>
              <a:ext uri="{FF2B5EF4-FFF2-40B4-BE49-F238E27FC236}">
                <a16:creationId xmlns:a16="http://schemas.microsoft.com/office/drawing/2014/main" id="{252BC900-42ED-8AE9-375C-BCA93A863498}"/>
              </a:ext>
            </a:extLst>
          </p:cNvPr>
          <p:cNvSpPr txBox="1"/>
          <p:nvPr/>
        </p:nvSpPr>
        <p:spPr>
          <a:xfrm>
            <a:off x="307975" y="584200"/>
            <a:ext cx="92870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학습 도서별 현황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50DBB0A-613B-5184-2761-C12F00F06173}"/>
              </a:ext>
            </a:extLst>
          </p:cNvPr>
          <p:cNvSpPr/>
          <p:nvPr/>
        </p:nvSpPr>
        <p:spPr>
          <a:xfrm>
            <a:off x="650035" y="1081182"/>
            <a:ext cx="1052284" cy="126274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book</a:t>
            </a:r>
          </a:p>
          <a:p>
            <a:pPr algn="ctr">
              <a:lnSpc>
                <a:spcPct val="150000"/>
              </a:lnSpc>
            </a:pP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image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aphicFrame>
        <p:nvGraphicFramePr>
          <p:cNvPr id="41" name="표 6">
            <a:extLst>
              <a:ext uri="{FF2B5EF4-FFF2-40B4-BE49-F238E27FC236}">
                <a16:creationId xmlns:a16="http://schemas.microsoft.com/office/drawing/2014/main" id="{A40984EF-BEB1-4117-98D0-5828B2718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5009434"/>
              </p:ext>
            </p:extLst>
          </p:nvPr>
        </p:nvGraphicFramePr>
        <p:xfrm>
          <a:off x="1941678" y="1543543"/>
          <a:ext cx="5258949" cy="8003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7081">
                  <a:extLst>
                    <a:ext uri="{9D8B030D-6E8A-4147-A177-3AD203B41FA5}">
                      <a16:colId xmlns:a16="http://schemas.microsoft.com/office/drawing/2014/main" val="608080183"/>
                    </a:ext>
                  </a:extLst>
                </a:gridCol>
                <a:gridCol w="597497">
                  <a:extLst>
                    <a:ext uri="{9D8B030D-6E8A-4147-A177-3AD203B41FA5}">
                      <a16:colId xmlns:a16="http://schemas.microsoft.com/office/drawing/2014/main" val="4233454647"/>
                    </a:ext>
                  </a:extLst>
                </a:gridCol>
                <a:gridCol w="7526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172">
                  <a:extLst>
                    <a:ext uri="{9D8B030D-6E8A-4147-A177-3AD203B41FA5}">
                      <a16:colId xmlns:a16="http://schemas.microsoft.com/office/drawing/2014/main" val="1580112721"/>
                    </a:ext>
                  </a:extLst>
                </a:gridCol>
                <a:gridCol w="763986">
                  <a:extLst>
                    <a:ext uri="{9D8B030D-6E8A-4147-A177-3AD203B41FA5}">
                      <a16:colId xmlns:a16="http://schemas.microsoft.com/office/drawing/2014/main" val="3605727883"/>
                    </a:ext>
                  </a:extLst>
                </a:gridCol>
                <a:gridCol w="834512">
                  <a:extLst>
                    <a:ext uri="{9D8B030D-6E8A-4147-A177-3AD203B41FA5}">
                      <a16:colId xmlns:a16="http://schemas.microsoft.com/office/drawing/2014/main" val="1997468562"/>
                    </a:ext>
                  </a:extLst>
                </a:gridCol>
                <a:gridCol w="573005">
                  <a:extLst>
                    <a:ext uri="{9D8B030D-6E8A-4147-A177-3AD203B41FA5}">
                      <a16:colId xmlns:a16="http://schemas.microsoft.com/office/drawing/2014/main" val="2261071966"/>
                    </a:ext>
                  </a:extLst>
                </a:gridCol>
                <a:gridCol w="573005">
                  <a:extLst>
                    <a:ext uri="{9D8B030D-6E8A-4147-A177-3AD203B41FA5}">
                      <a16:colId xmlns:a16="http://schemas.microsoft.com/office/drawing/2014/main" val="2887577908"/>
                    </a:ext>
                  </a:extLst>
                </a:gridCol>
              </a:tblGrid>
              <a:tr h="218585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/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1" dirty="0"/>
                    </a:p>
                  </a:txBody>
                  <a:tcPr anchor="ctr">
                    <a:solidFill>
                      <a:srgbClr val="E6E0EC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독해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/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쓰기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스티커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9827838"/>
                  </a:ext>
                </a:extLst>
              </a:tr>
              <a:tr h="222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오디오북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소리내어읽기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독서확인학습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문해력 게임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문해력 게임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글쓰기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latin typeface="+mn-ea"/>
                          <a:ea typeface="+mn-ea"/>
                        </a:rPr>
                        <a:t>발급개수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5442810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90 %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6242051"/>
                  </a:ext>
                </a:extLst>
              </a:tr>
            </a:tbl>
          </a:graphicData>
        </a:graphic>
      </p:graphicFrame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AE490C71-0C9D-62EA-6951-D8036D374932}"/>
              </a:ext>
            </a:extLst>
          </p:cNvPr>
          <p:cNvCxnSpPr/>
          <p:nvPr/>
        </p:nvCxnSpPr>
        <p:spPr bwMode="auto">
          <a:xfrm>
            <a:off x="650035" y="2578825"/>
            <a:ext cx="6550592" cy="0"/>
          </a:xfrm>
          <a:prstGeom prst="line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/>
            <a:tailEnd type="none" w="med" len="med"/>
          </a:ln>
          <a:effectLst/>
        </p:spPr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E2E2152E-7E50-27F3-F672-8619D8965DAC}"/>
              </a:ext>
            </a:extLst>
          </p:cNvPr>
          <p:cNvGrpSpPr/>
          <p:nvPr/>
        </p:nvGrpSpPr>
        <p:grpSpPr>
          <a:xfrm>
            <a:off x="1908131" y="1303326"/>
            <a:ext cx="3571919" cy="195814"/>
            <a:chOff x="1908131" y="1135581"/>
            <a:chExt cx="3571919" cy="195814"/>
          </a:xfrm>
        </p:grpSpPr>
        <p:sp>
          <p:nvSpPr>
            <p:cNvPr id="45" name="사각형: 둥근 모서리 44">
              <a:extLst>
                <a:ext uri="{FF2B5EF4-FFF2-40B4-BE49-F238E27FC236}">
                  <a16:creationId xmlns:a16="http://schemas.microsoft.com/office/drawing/2014/main" id="{92651F3F-A23A-22CE-7741-D9830ED37E27}"/>
                </a:ext>
              </a:extLst>
            </p:cNvPr>
            <p:cNvSpPr/>
            <p:nvPr/>
          </p:nvSpPr>
          <p:spPr>
            <a:xfrm>
              <a:off x="2825750" y="1135581"/>
              <a:ext cx="2654300" cy="195814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tIns="90000" bIns="90000" rtlCol="0" anchor="ctr" anchorCtr="0"/>
            <a:lstStyle/>
            <a:p>
              <a:pPr algn="ctr">
                <a:lnSpc>
                  <a:spcPct val="150000"/>
                </a:lnSpc>
              </a:pP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24AD3EB-3B01-587C-E032-F2E8261893A6}"/>
                </a:ext>
              </a:extLst>
            </p:cNvPr>
            <p:cNvSpPr txBox="1"/>
            <p:nvPr/>
          </p:nvSpPr>
          <p:spPr>
            <a:xfrm>
              <a:off x="1908131" y="1135581"/>
              <a:ext cx="68184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>
                  <a:latin typeface="+mn-ea"/>
                  <a:ea typeface="+mn-ea"/>
                </a:rPr>
                <a:t>· </a:t>
              </a:r>
              <a:r>
                <a:rPr lang="ko-KR" altLang="en-US" sz="800" b="1">
                  <a:latin typeface="+mn-ea"/>
                  <a:ea typeface="+mn-ea"/>
                </a:rPr>
                <a:t>학습 진행율</a:t>
              </a:r>
              <a:endParaRPr lang="ko-KR" altLang="en-US" sz="800" b="1" dirty="0">
                <a:latin typeface="+mn-ea"/>
                <a:ea typeface="+mn-ea"/>
              </a:endParaRPr>
            </a:p>
          </p:txBody>
        </p:sp>
        <p:sp>
          <p:nvSpPr>
            <p:cNvPr id="46" name="사각형: 둥근 모서리 45">
              <a:extLst>
                <a:ext uri="{FF2B5EF4-FFF2-40B4-BE49-F238E27FC236}">
                  <a16:creationId xmlns:a16="http://schemas.microsoft.com/office/drawing/2014/main" id="{81032FAF-EF8A-DBF9-FC20-DC0FDA10FE1D}"/>
                </a:ext>
              </a:extLst>
            </p:cNvPr>
            <p:cNvSpPr/>
            <p:nvPr/>
          </p:nvSpPr>
          <p:spPr>
            <a:xfrm>
              <a:off x="2815177" y="1135581"/>
              <a:ext cx="1391247" cy="195814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tIns="90000" bIns="90000" rtlCol="0" anchor="ctr" anchorCtr="0"/>
            <a:lstStyle/>
            <a:p>
              <a:pPr algn="ctr">
                <a:lnSpc>
                  <a:spcPct val="150000"/>
                </a:lnSpc>
              </a:pP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8E28876-7197-F611-56E3-8CC035CED4F0}"/>
                </a:ext>
              </a:extLst>
            </p:cNvPr>
            <p:cNvSpPr txBox="1"/>
            <p:nvPr/>
          </p:nvSpPr>
          <p:spPr>
            <a:xfrm>
              <a:off x="3925331" y="1135581"/>
              <a:ext cx="28109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>
                  <a:solidFill>
                    <a:schemeClr val="bg1"/>
                  </a:solidFill>
                  <a:latin typeface="+mn-ea"/>
                  <a:ea typeface="+mn-ea"/>
                </a:rPr>
                <a:t>60%</a:t>
              </a:r>
              <a:endParaRPr lang="ko-KR" altLang="en-US" sz="8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0B7BE16-7C8E-CFEC-3802-D375BDD1DD0C}"/>
              </a:ext>
            </a:extLst>
          </p:cNvPr>
          <p:cNvSpPr/>
          <p:nvPr/>
        </p:nvSpPr>
        <p:spPr>
          <a:xfrm>
            <a:off x="650035" y="2797629"/>
            <a:ext cx="1052284" cy="126274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90000" bIns="90000" rtlCol="0" anchor="ctr" anchorCtr="0"/>
          <a:lstStyle/>
          <a:p>
            <a:pPr algn="ctr">
              <a:lnSpc>
                <a:spcPct val="150000"/>
              </a:lnSpc>
            </a:pP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book</a:t>
            </a:r>
          </a:p>
          <a:p>
            <a:pPr algn="ctr">
              <a:lnSpc>
                <a:spcPct val="150000"/>
              </a:lnSpc>
            </a:pP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image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graphicFrame>
        <p:nvGraphicFramePr>
          <p:cNvPr id="60" name="표 6">
            <a:extLst>
              <a:ext uri="{FF2B5EF4-FFF2-40B4-BE49-F238E27FC236}">
                <a16:creationId xmlns:a16="http://schemas.microsoft.com/office/drawing/2014/main" id="{6FD027C6-0B8D-B31D-49AF-2B93C14A9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9254108"/>
              </p:ext>
            </p:extLst>
          </p:nvPr>
        </p:nvGraphicFramePr>
        <p:xfrm>
          <a:off x="1941678" y="3259990"/>
          <a:ext cx="5258949" cy="8003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7081">
                  <a:extLst>
                    <a:ext uri="{9D8B030D-6E8A-4147-A177-3AD203B41FA5}">
                      <a16:colId xmlns:a16="http://schemas.microsoft.com/office/drawing/2014/main" val="608080183"/>
                    </a:ext>
                  </a:extLst>
                </a:gridCol>
                <a:gridCol w="597497">
                  <a:extLst>
                    <a:ext uri="{9D8B030D-6E8A-4147-A177-3AD203B41FA5}">
                      <a16:colId xmlns:a16="http://schemas.microsoft.com/office/drawing/2014/main" val="4233454647"/>
                    </a:ext>
                  </a:extLst>
                </a:gridCol>
                <a:gridCol w="7526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172">
                  <a:extLst>
                    <a:ext uri="{9D8B030D-6E8A-4147-A177-3AD203B41FA5}">
                      <a16:colId xmlns:a16="http://schemas.microsoft.com/office/drawing/2014/main" val="1580112721"/>
                    </a:ext>
                  </a:extLst>
                </a:gridCol>
                <a:gridCol w="763986">
                  <a:extLst>
                    <a:ext uri="{9D8B030D-6E8A-4147-A177-3AD203B41FA5}">
                      <a16:colId xmlns:a16="http://schemas.microsoft.com/office/drawing/2014/main" val="3605727883"/>
                    </a:ext>
                  </a:extLst>
                </a:gridCol>
                <a:gridCol w="834512">
                  <a:extLst>
                    <a:ext uri="{9D8B030D-6E8A-4147-A177-3AD203B41FA5}">
                      <a16:colId xmlns:a16="http://schemas.microsoft.com/office/drawing/2014/main" val="1997468562"/>
                    </a:ext>
                  </a:extLst>
                </a:gridCol>
                <a:gridCol w="573005">
                  <a:extLst>
                    <a:ext uri="{9D8B030D-6E8A-4147-A177-3AD203B41FA5}">
                      <a16:colId xmlns:a16="http://schemas.microsoft.com/office/drawing/2014/main" val="2261071966"/>
                    </a:ext>
                  </a:extLst>
                </a:gridCol>
                <a:gridCol w="573005">
                  <a:extLst>
                    <a:ext uri="{9D8B030D-6E8A-4147-A177-3AD203B41FA5}">
                      <a16:colId xmlns:a16="http://schemas.microsoft.com/office/drawing/2014/main" val="1019783291"/>
                    </a:ext>
                  </a:extLst>
                </a:gridCol>
              </a:tblGrid>
              <a:tr h="218585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읽기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/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1" dirty="0"/>
                    </a:p>
                  </a:txBody>
                  <a:tcPr anchor="ctr">
                    <a:solidFill>
                      <a:srgbClr val="E6E0EC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독해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/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쓰기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스티커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9827838"/>
                  </a:ext>
                </a:extLst>
              </a:tr>
              <a:tr h="222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오디오북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소리내어읽기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독서확인학습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문해력 게임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문해력 게임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글쓰기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latin typeface="+mn-ea"/>
                          <a:ea typeface="+mn-ea"/>
                        </a:rPr>
                        <a:t>발급개수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5442810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90 %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완료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6242051"/>
                  </a:ext>
                </a:extLst>
              </a:tr>
            </a:tbl>
          </a:graphicData>
        </a:graphic>
      </p:graphicFrame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D54A753E-CF0B-9DB1-F179-8FD1F0C6F7DA}"/>
              </a:ext>
            </a:extLst>
          </p:cNvPr>
          <p:cNvCxnSpPr/>
          <p:nvPr/>
        </p:nvCxnSpPr>
        <p:spPr bwMode="auto">
          <a:xfrm>
            <a:off x="650035" y="4295272"/>
            <a:ext cx="6550592" cy="0"/>
          </a:xfrm>
          <a:prstGeom prst="line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/>
            <a:tailEnd type="none" w="med" len="med"/>
          </a:ln>
          <a:effectLst/>
        </p:spPr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9F0204-0AAD-26DE-8E9F-F376E1A45111}"/>
              </a:ext>
            </a:extLst>
          </p:cNvPr>
          <p:cNvGrpSpPr/>
          <p:nvPr/>
        </p:nvGrpSpPr>
        <p:grpSpPr>
          <a:xfrm>
            <a:off x="1908131" y="3019773"/>
            <a:ext cx="3571919" cy="195814"/>
            <a:chOff x="1908131" y="2852028"/>
            <a:chExt cx="3571919" cy="195814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94560C6-BF8F-C303-022F-E3C7E697AF15}"/>
                </a:ext>
              </a:extLst>
            </p:cNvPr>
            <p:cNvSpPr txBox="1"/>
            <p:nvPr/>
          </p:nvSpPr>
          <p:spPr>
            <a:xfrm>
              <a:off x="1908131" y="2852028"/>
              <a:ext cx="68184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>
                  <a:latin typeface="+mn-ea"/>
                  <a:ea typeface="+mn-ea"/>
                </a:rPr>
                <a:t>· </a:t>
              </a:r>
              <a:r>
                <a:rPr lang="ko-KR" altLang="en-US" sz="800" b="1">
                  <a:latin typeface="+mn-ea"/>
                  <a:ea typeface="+mn-ea"/>
                </a:rPr>
                <a:t>학습 진행율</a:t>
              </a:r>
              <a:endParaRPr lang="ko-KR" altLang="en-US" sz="800" b="1" dirty="0">
                <a:latin typeface="+mn-ea"/>
                <a:ea typeface="+mn-ea"/>
              </a:endParaRPr>
            </a:p>
          </p:txBody>
        </p:sp>
        <p:sp>
          <p:nvSpPr>
            <p:cNvPr id="63" name="사각형: 둥근 모서리 62">
              <a:extLst>
                <a:ext uri="{FF2B5EF4-FFF2-40B4-BE49-F238E27FC236}">
                  <a16:creationId xmlns:a16="http://schemas.microsoft.com/office/drawing/2014/main" id="{F5E1EB08-A0EC-1C1E-2E22-874FC69882E9}"/>
                </a:ext>
              </a:extLst>
            </p:cNvPr>
            <p:cNvSpPr/>
            <p:nvPr/>
          </p:nvSpPr>
          <p:spPr>
            <a:xfrm>
              <a:off x="2825750" y="2852028"/>
              <a:ext cx="2654300" cy="195814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tIns="90000" bIns="90000" rtlCol="0" anchor="ctr" anchorCtr="0"/>
            <a:lstStyle/>
            <a:p>
              <a:pPr algn="ctr">
                <a:lnSpc>
                  <a:spcPct val="150000"/>
                </a:lnSpc>
              </a:pP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8" name="사각형: 둥근 모서리 97">
              <a:extLst>
                <a:ext uri="{FF2B5EF4-FFF2-40B4-BE49-F238E27FC236}">
                  <a16:creationId xmlns:a16="http://schemas.microsoft.com/office/drawing/2014/main" id="{9DDBB010-5393-0680-39EC-BAC116C9E8AD}"/>
                </a:ext>
              </a:extLst>
            </p:cNvPr>
            <p:cNvSpPr/>
            <p:nvPr/>
          </p:nvSpPr>
          <p:spPr>
            <a:xfrm>
              <a:off x="2815177" y="2852028"/>
              <a:ext cx="1055783" cy="195814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tIns="90000" bIns="90000" rtlCol="0" anchor="ctr" anchorCtr="0"/>
            <a:lstStyle/>
            <a:p>
              <a:pPr algn="ctr">
                <a:lnSpc>
                  <a:spcPct val="150000"/>
                </a:lnSpc>
              </a:pP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60E9C6E-FF92-E03C-118A-936679D31682}"/>
                </a:ext>
              </a:extLst>
            </p:cNvPr>
            <p:cNvSpPr txBox="1"/>
            <p:nvPr/>
          </p:nvSpPr>
          <p:spPr>
            <a:xfrm>
              <a:off x="3925331" y="2852028"/>
              <a:ext cx="28109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lang="en-US" altLang="ko-KR" sz="800" b="1">
                  <a:solidFill>
                    <a:schemeClr val="bg1"/>
                  </a:solidFill>
                  <a:latin typeface="+mn-ea"/>
                  <a:ea typeface="+mn-ea"/>
                </a:rPr>
                <a:t>40%</a:t>
              </a:r>
              <a:endParaRPr lang="ko-KR" altLang="en-US" sz="8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2D6D22F1-BFF9-D694-3C92-5FBBBC8FECCA}"/>
              </a:ext>
            </a:extLst>
          </p:cNvPr>
          <p:cNvSpPr txBox="1"/>
          <p:nvPr/>
        </p:nvSpPr>
        <p:spPr>
          <a:xfrm>
            <a:off x="3664535" y="4460834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4025805-D399-5E8E-FB92-F78F93860020}"/>
              </a:ext>
            </a:extLst>
          </p:cNvPr>
          <p:cNvSpPr/>
          <p:nvPr/>
        </p:nvSpPr>
        <p:spPr>
          <a:xfrm>
            <a:off x="6430303" y="508362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lang="ko-KR" altLang="en-US" sz="9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23332FB6-3A8E-CCCD-A5A5-E46A38925828}"/>
              </a:ext>
            </a:extLst>
          </p:cNvPr>
          <p:cNvCxnSpPr/>
          <p:nvPr/>
        </p:nvCxnSpPr>
        <p:spPr bwMode="auto">
          <a:xfrm>
            <a:off x="650035" y="4939707"/>
            <a:ext cx="6550592" cy="0"/>
          </a:xfrm>
          <a:prstGeom prst="line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/>
            <a:tailEnd type="none" w="med" len="med"/>
          </a:ln>
          <a:effectLst/>
        </p:spPr>
      </p:cxn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64E7FD36-0194-C05D-6468-DB0D6B7FAB17}"/>
              </a:ext>
            </a:extLst>
          </p:cNvPr>
          <p:cNvGrpSpPr/>
          <p:nvPr/>
        </p:nvGrpSpPr>
        <p:grpSpPr>
          <a:xfrm rot="5400000" flipH="1">
            <a:off x="94721" y="920963"/>
            <a:ext cx="230832" cy="251992"/>
            <a:chOff x="4437623" y="2066810"/>
            <a:chExt cx="230832" cy="251992"/>
          </a:xfrm>
        </p:grpSpPr>
        <p:sp>
          <p:nvSpPr>
            <p:cNvPr id="105" name="눈물 방울 104">
              <a:extLst>
                <a:ext uri="{FF2B5EF4-FFF2-40B4-BE49-F238E27FC236}">
                  <a16:creationId xmlns:a16="http://schemas.microsoft.com/office/drawing/2014/main" id="{DD6B76B2-F088-855D-5EA2-C3F92FC777F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7EC4DCE2-7510-3A5E-AED5-64D1F0198D0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F46D1D57-9E7F-F08E-6707-66783F166AE4}"/>
              </a:ext>
            </a:extLst>
          </p:cNvPr>
          <p:cNvSpPr txBox="1"/>
          <p:nvPr/>
        </p:nvSpPr>
        <p:spPr>
          <a:xfrm>
            <a:off x="307975" y="5388328"/>
            <a:ext cx="3238634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학습자 관리 코멘트 </a:t>
            </a:r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학습자에게 노출되지 않는 관리용 기록 기능</a:t>
            </a:r>
            <a:r>
              <a:rPr lang="en-US" altLang="ko-KR" sz="800">
                <a:latin typeface="+mn-ea"/>
                <a:ea typeface="+mn-ea"/>
              </a:rPr>
              <a:t>)</a:t>
            </a:r>
            <a:endParaRPr lang="ko-KR" altLang="en-US" sz="800" dirty="0">
              <a:latin typeface="+mn-ea"/>
              <a:ea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AB995160-ED40-39BA-A848-221821E71775}"/>
              </a:ext>
            </a:extLst>
          </p:cNvPr>
          <p:cNvSpPr/>
          <p:nvPr/>
        </p:nvSpPr>
        <p:spPr>
          <a:xfrm>
            <a:off x="307975" y="5631298"/>
            <a:ext cx="7092950" cy="54306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BB124B12-8FDE-036C-F205-CEB4AEC84D41}"/>
              </a:ext>
            </a:extLst>
          </p:cNvPr>
          <p:cNvGrpSpPr/>
          <p:nvPr/>
        </p:nvGrpSpPr>
        <p:grpSpPr>
          <a:xfrm rot="5400000" flipH="1">
            <a:off x="94721" y="5343553"/>
            <a:ext cx="230832" cy="251992"/>
            <a:chOff x="4437623" y="2066810"/>
            <a:chExt cx="230832" cy="251992"/>
          </a:xfrm>
        </p:grpSpPr>
        <p:sp>
          <p:nvSpPr>
            <p:cNvPr id="116" name="눈물 방울 115">
              <a:extLst>
                <a:ext uri="{FF2B5EF4-FFF2-40B4-BE49-F238E27FC236}">
                  <a16:creationId xmlns:a16="http://schemas.microsoft.com/office/drawing/2014/main" id="{73F0C3FF-D419-35C4-AD60-B63412ACE550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E987EBCA-6C29-73F8-F605-34A5C4728F6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5F7F0B5-26F9-8855-DDC2-97D215ACE7CF}"/>
              </a:ext>
            </a:extLst>
          </p:cNvPr>
          <p:cNvSpPr/>
          <p:nvPr/>
        </p:nvSpPr>
        <p:spPr>
          <a:xfrm>
            <a:off x="6630601" y="6286456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C0902A56-1FD1-7385-FB75-185F234E313E}"/>
              </a:ext>
            </a:extLst>
          </p:cNvPr>
          <p:cNvGrpSpPr/>
          <p:nvPr/>
        </p:nvGrpSpPr>
        <p:grpSpPr>
          <a:xfrm rot="5400000" flipH="1">
            <a:off x="6389036" y="6244617"/>
            <a:ext cx="230832" cy="314510"/>
            <a:chOff x="4437625" y="2035553"/>
            <a:chExt cx="230832" cy="314510"/>
          </a:xfrm>
        </p:grpSpPr>
        <p:sp>
          <p:nvSpPr>
            <p:cNvPr id="121" name="눈물 방울 120">
              <a:extLst>
                <a:ext uri="{FF2B5EF4-FFF2-40B4-BE49-F238E27FC236}">
                  <a16:creationId xmlns:a16="http://schemas.microsoft.com/office/drawing/2014/main" id="{A71C68AC-50E7-C003-63E4-FB7321941A8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216F482A-B753-8E10-F011-1D502B7B895A}"/>
                </a:ext>
              </a:extLst>
            </p:cNvPr>
            <p:cNvSpPr/>
            <p:nvPr/>
          </p:nvSpPr>
          <p:spPr>
            <a:xfrm rot="5400000">
              <a:off x="4395786" y="2077392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DE3CA134-8261-028A-2622-559DCE01F169}"/>
              </a:ext>
            </a:extLst>
          </p:cNvPr>
          <p:cNvGrpSpPr/>
          <p:nvPr/>
        </p:nvGrpSpPr>
        <p:grpSpPr>
          <a:xfrm rot="5400000">
            <a:off x="6749027" y="6516653"/>
            <a:ext cx="230832" cy="333746"/>
            <a:chOff x="6369090" y="6065244"/>
            <a:chExt cx="230832" cy="333746"/>
          </a:xfrm>
        </p:grpSpPr>
        <p:sp>
          <p:nvSpPr>
            <p:cNvPr id="124" name="눈물 방울 123">
              <a:extLst>
                <a:ext uri="{FF2B5EF4-FFF2-40B4-BE49-F238E27FC236}">
                  <a16:creationId xmlns:a16="http://schemas.microsoft.com/office/drawing/2014/main" id="{E356689C-F8DA-1B9A-FE4A-28F6F57A6467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70575B5F-879F-3865-01AD-3A0C8DF5C5AB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5EB1636F-2577-CF91-7F10-AFDDA066C1C0}"/>
              </a:ext>
            </a:extLst>
          </p:cNvPr>
          <p:cNvGrpSpPr/>
          <p:nvPr/>
        </p:nvGrpSpPr>
        <p:grpSpPr>
          <a:xfrm rot="5400000" flipH="1">
            <a:off x="6134477" y="5075365"/>
            <a:ext cx="230832" cy="251992"/>
            <a:chOff x="4437623" y="2066810"/>
            <a:chExt cx="230832" cy="251992"/>
          </a:xfrm>
        </p:grpSpPr>
        <p:sp>
          <p:nvSpPr>
            <p:cNvPr id="127" name="눈물 방울 126">
              <a:extLst>
                <a:ext uri="{FF2B5EF4-FFF2-40B4-BE49-F238E27FC236}">
                  <a16:creationId xmlns:a16="http://schemas.microsoft.com/office/drawing/2014/main" id="{08F59F15-77CE-D25F-694B-E3875999D82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E0BDBA3B-9762-1F86-5AB0-17687EAC885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71FD778-85BF-743E-C642-596B210C78A3}"/>
              </a:ext>
            </a:extLst>
          </p:cNvPr>
          <p:cNvSpPr txBox="1"/>
          <p:nvPr/>
        </p:nvSpPr>
        <p:spPr>
          <a:xfrm>
            <a:off x="1908131" y="1077774"/>
            <a:ext cx="143044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도서명</a:t>
            </a:r>
            <a:r>
              <a:rPr lang="ko-KR" altLang="en-US" sz="800">
                <a:latin typeface="+mn-ea"/>
                <a:ea typeface="+mn-ea"/>
              </a:rPr>
              <a:t> </a:t>
            </a:r>
            <a:r>
              <a:rPr lang="en-US" altLang="ko-KR" sz="800">
                <a:latin typeface="+mn-ea"/>
                <a:ea typeface="+mn-ea"/>
              </a:rPr>
              <a:t>: </a:t>
            </a:r>
            <a:r>
              <a:rPr lang="ko-KR" altLang="en-US" sz="800">
                <a:latin typeface="+mn-ea"/>
                <a:ea typeface="+mn-ea"/>
              </a:rPr>
              <a:t>학습 도서명을 표시</a:t>
            </a:r>
            <a:endParaRPr lang="ko-KR" altLang="en-US" sz="800" dirty="0">
              <a:latin typeface="+mn-ea"/>
              <a:ea typeface="+mn-ea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7FABA24-BA32-A766-6CCB-74161FE39C16}"/>
              </a:ext>
            </a:extLst>
          </p:cNvPr>
          <p:cNvSpPr txBox="1"/>
          <p:nvPr/>
        </p:nvSpPr>
        <p:spPr>
          <a:xfrm>
            <a:off x="1908131" y="2811370"/>
            <a:ext cx="1430447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 b="1">
                <a:latin typeface="+mn-ea"/>
                <a:ea typeface="+mn-ea"/>
              </a:rPr>
              <a:t>· </a:t>
            </a:r>
            <a:r>
              <a:rPr lang="ko-KR" altLang="en-US" sz="800" b="1">
                <a:latin typeface="+mn-ea"/>
                <a:ea typeface="+mn-ea"/>
              </a:rPr>
              <a:t>도서명</a:t>
            </a:r>
            <a:r>
              <a:rPr lang="ko-KR" altLang="en-US" sz="800">
                <a:latin typeface="+mn-ea"/>
                <a:ea typeface="+mn-ea"/>
              </a:rPr>
              <a:t> </a:t>
            </a:r>
            <a:r>
              <a:rPr lang="en-US" altLang="ko-KR" sz="800">
                <a:latin typeface="+mn-ea"/>
                <a:ea typeface="+mn-ea"/>
              </a:rPr>
              <a:t>: </a:t>
            </a:r>
            <a:r>
              <a:rPr lang="ko-KR" altLang="en-US" sz="800">
                <a:latin typeface="+mn-ea"/>
                <a:ea typeface="+mn-ea"/>
              </a:rPr>
              <a:t>학습 도서명을 표시</a:t>
            </a:r>
            <a:endParaRPr lang="ko-KR" altLang="en-US" sz="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5034532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/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LMS 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학습자 선택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2506275"/>
              </p:ext>
            </p:extLst>
          </p:nvPr>
        </p:nvGraphicFramePr>
        <p:xfrm>
          <a:off x="7562672" y="283032"/>
          <a:ext cx="2307098" cy="1588872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271325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95883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표 6">
            <a:extLst>
              <a:ext uri="{FF2B5EF4-FFF2-40B4-BE49-F238E27FC236}">
                <a16:creationId xmlns:a16="http://schemas.microsoft.com/office/drawing/2014/main" id="{8780B19E-5A95-D715-E151-84203AAE5D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5688398"/>
              </p:ext>
            </p:extLst>
          </p:nvPr>
        </p:nvGraphicFramePr>
        <p:xfrm>
          <a:off x="307974" y="1923679"/>
          <a:ext cx="7092951" cy="30282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50216">
                  <a:extLst>
                    <a:ext uri="{9D8B030D-6E8A-4147-A177-3AD203B41FA5}">
                      <a16:colId xmlns:a16="http://schemas.microsoft.com/office/drawing/2014/main" val="3490181192"/>
                    </a:ext>
                  </a:extLst>
                </a:gridCol>
                <a:gridCol w="1100119">
                  <a:extLst>
                    <a:ext uri="{9D8B030D-6E8A-4147-A177-3AD203B41FA5}">
                      <a16:colId xmlns:a16="http://schemas.microsoft.com/office/drawing/2014/main" val="608080183"/>
                    </a:ext>
                  </a:extLst>
                </a:gridCol>
                <a:gridCol w="1048522">
                  <a:extLst>
                    <a:ext uri="{9D8B030D-6E8A-4147-A177-3AD203B41FA5}">
                      <a16:colId xmlns:a16="http://schemas.microsoft.com/office/drawing/2014/main" val="4233454647"/>
                    </a:ext>
                  </a:extLst>
                </a:gridCol>
                <a:gridCol w="1356912">
                  <a:extLst>
                    <a:ext uri="{9D8B030D-6E8A-4147-A177-3AD203B41FA5}">
                      <a16:colId xmlns:a16="http://schemas.microsoft.com/office/drawing/2014/main" val="1580112721"/>
                    </a:ext>
                  </a:extLst>
                </a:gridCol>
                <a:gridCol w="810624">
                  <a:extLst>
                    <a:ext uri="{9D8B030D-6E8A-4147-A177-3AD203B41FA5}">
                      <a16:colId xmlns:a16="http://schemas.microsoft.com/office/drawing/2014/main" val="744077865"/>
                    </a:ext>
                  </a:extLst>
                </a:gridCol>
                <a:gridCol w="1013279">
                  <a:extLst>
                    <a:ext uri="{9D8B030D-6E8A-4147-A177-3AD203B41FA5}">
                      <a16:colId xmlns:a16="http://schemas.microsoft.com/office/drawing/2014/main" val="2338684083"/>
                    </a:ext>
                  </a:extLst>
                </a:gridCol>
                <a:gridCol w="1013279">
                  <a:extLst>
                    <a:ext uri="{9D8B030D-6E8A-4147-A177-3AD203B41FA5}">
                      <a16:colId xmlns:a16="http://schemas.microsoft.com/office/drawing/2014/main" val="2261071966"/>
                    </a:ext>
                  </a:extLst>
                </a:gridCol>
              </a:tblGrid>
              <a:tr h="320086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이북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 err="1">
                          <a:latin typeface="+mn-ea"/>
                          <a:ea typeface="+mn-ea"/>
                        </a:rPr>
                        <a:t>오디오북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독서확인학습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 err="1">
                          <a:latin typeface="+mn-ea"/>
                          <a:ea typeface="+mn-ea"/>
                        </a:rPr>
                        <a:t>소리내어읽기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글쓰기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문해력 게임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5442810"/>
                  </a:ext>
                </a:extLst>
              </a:tr>
              <a:tr h="4291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저장 </a:t>
                      </a:r>
                      <a:r>
                        <a:rPr lang="ko-KR" altLang="en-US" sz="900" dirty="0" err="1">
                          <a:latin typeface="+mn-ea"/>
                          <a:ea typeface="+mn-ea"/>
                        </a:rPr>
                        <a:t>데이타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시청유무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학습중단 시점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이어보기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시청유무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학습중단 시점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이어보기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완료율을 점수화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 유무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 유무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dirty="0" err="1">
                          <a:latin typeface="+mn-ea"/>
                          <a:ea typeface="+mn-ea"/>
                        </a:rPr>
                        <a:t>완료율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게임도전 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점수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6242051"/>
                  </a:ext>
                </a:extLst>
              </a:tr>
              <a:tr h="320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표기 형태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진행중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진행중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준비운동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80%</a:t>
                      </a:r>
                    </a:p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게임도전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55473"/>
                  </a:ext>
                </a:extLst>
              </a:tr>
              <a:tr h="6050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>
                          <a:latin typeface="+mn-ea"/>
                          <a:ea typeface="+mn-ea"/>
                        </a:rPr>
                        <a:t>학습진행률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1/7*100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18692790"/>
                  </a:ext>
                </a:extLst>
              </a:tr>
              <a:tr h="8868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스티커 발급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조건 및 개수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 시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개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완료 시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개</a:t>
                      </a:r>
                      <a:endParaRPr lang="en-US" altLang="ko-KR" sz="9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dirty="0"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준비운동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시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게임도전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 완료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스티커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발급</a:t>
                      </a:r>
                    </a:p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스티커 최대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발급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22035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89C2023E-D2BB-24BE-17D2-600E9F7F6C8D}"/>
              </a:ext>
            </a:extLst>
          </p:cNvPr>
          <p:cNvSpPr txBox="1"/>
          <p:nvPr/>
        </p:nvSpPr>
        <p:spPr>
          <a:xfrm>
            <a:off x="226423" y="1637618"/>
            <a:ext cx="1611586" cy="234286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50" b="1">
                <a:latin typeface="+mn-ea"/>
                <a:ea typeface="+mn-ea"/>
              </a:rPr>
              <a:t>[</a:t>
            </a:r>
            <a:r>
              <a:rPr lang="ko-KR" altLang="en-US" sz="1050" b="1">
                <a:latin typeface="+mn-ea"/>
                <a:ea typeface="+mn-ea"/>
              </a:rPr>
              <a:t>북클럽 디지털학습 기준</a:t>
            </a:r>
            <a:r>
              <a:rPr lang="en-US" altLang="ko-KR" sz="1050" b="1">
                <a:latin typeface="+mn-ea"/>
                <a:ea typeface="+mn-ea"/>
              </a:rPr>
              <a:t>]</a:t>
            </a:r>
            <a:endParaRPr lang="ko-KR" altLang="en-US" sz="105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247863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스티커 관리</a:t>
            </a:r>
            <a:r>
              <a:rPr lang="en-US" altLang="ko-KR" b="1"/>
              <a:t>(B2B</a:t>
            </a:r>
            <a:r>
              <a:rPr lang="ko-KR" altLang="en-US" b="1"/>
              <a:t> 기능</a:t>
            </a:r>
            <a:r>
              <a:rPr lang="en-US" altLang="ko-KR" b="1"/>
              <a:t>)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292682722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6523202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0930387"/>
              </p:ext>
            </p:extLst>
          </p:nvPr>
        </p:nvGraphicFramePr>
        <p:xfrm>
          <a:off x="7562672" y="283032"/>
          <a:ext cx="2307098" cy="199163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센터별 전체 학습자 목록을 노출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센터 권한에 따라 등록된 학습자 목록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가입일을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학습자 이름을 누르면 상세화면으로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03290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스티커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LMS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목록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4927422"/>
              </p:ext>
            </p:extLst>
          </p:nvPr>
        </p:nvGraphicFramePr>
        <p:xfrm>
          <a:off x="307973" y="2710175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50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1747944">
                  <a:extLst>
                    <a:ext uri="{9D8B030D-6E8A-4147-A177-3AD203B41FA5}">
                      <a16:colId xmlns:a16="http://schemas.microsoft.com/office/drawing/2014/main" val="90303525"/>
                    </a:ext>
                  </a:extLst>
                </a:gridCol>
                <a:gridCol w="3407530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453623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수강여부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학습자 이름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보유 스티커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강길동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라희동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4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박재희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우유희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2472780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110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수강여부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799190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학습자 이름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가입일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784939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859335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5167535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5167535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5096978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D3416A9B-8595-6E48-FF0A-F1D1D167F189}"/>
              </a:ext>
            </a:extLst>
          </p:cNvPr>
          <p:cNvGrpSpPr/>
          <p:nvPr/>
        </p:nvGrpSpPr>
        <p:grpSpPr>
          <a:xfrm>
            <a:off x="1399574" y="1133750"/>
            <a:ext cx="1552765" cy="149845"/>
            <a:chOff x="1418644" y="1904256"/>
            <a:chExt cx="1552765" cy="149845"/>
          </a:xfrm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7E233A4C-A3C7-CE6F-FE1C-55C6F94C14A0}"/>
                </a:ext>
              </a:extLst>
            </p:cNvPr>
            <p:cNvSpPr/>
            <p:nvPr/>
          </p:nvSpPr>
          <p:spPr bwMode="auto">
            <a:xfrm>
              <a:off x="2039887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수강중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1E7740C3-86D3-944F-79C4-12E883EAA7CC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AD63FBED-A69C-52A7-4319-757B8B3A3379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" name="타원 110">
                <a:extLst>
                  <a:ext uri="{FF2B5EF4-FFF2-40B4-BE49-F238E27FC236}">
                    <a16:creationId xmlns:a16="http://schemas.microsoft.com/office/drawing/2014/main" id="{869BEB8B-E6A0-AF8C-58B4-000184477B2F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281465D6-6C7F-4DC9-3C9C-466B95630563}"/>
                </a:ext>
              </a:extLst>
            </p:cNvPr>
            <p:cNvSpPr/>
            <p:nvPr/>
          </p:nvSpPr>
          <p:spPr bwMode="auto">
            <a:xfrm>
              <a:off x="2821564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미수강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4058040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99575" y="1509022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7F54262F-D035-129D-97DB-5A8EAD77F1A0}"/>
              </a:ext>
            </a:extLst>
          </p:cNvPr>
          <p:cNvGrpSpPr/>
          <p:nvPr/>
        </p:nvGrpSpPr>
        <p:grpSpPr>
          <a:xfrm>
            <a:off x="1419019" y="1908810"/>
            <a:ext cx="3302969" cy="149845"/>
            <a:chOff x="1419019" y="2268866"/>
            <a:chExt cx="3302969" cy="149845"/>
          </a:xfrm>
        </p:grpSpPr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F5C6E224-0896-C664-DB93-DA7DBFFF09B3}"/>
                </a:ext>
              </a:extLst>
            </p:cNvPr>
            <p:cNvSpPr/>
            <p:nvPr/>
          </p:nvSpPr>
          <p:spPr bwMode="auto">
            <a:xfrm>
              <a:off x="3220609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3C077696-DE60-C556-16A3-99E829FCABE8}"/>
                </a:ext>
              </a:extLst>
            </p:cNvPr>
            <p:cNvSpPr/>
            <p:nvPr/>
          </p:nvSpPr>
          <p:spPr bwMode="auto">
            <a:xfrm>
              <a:off x="2544842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16948CCB-B908-AD18-FB88-FC9890763B74}"/>
                </a:ext>
              </a:extLst>
            </p:cNvPr>
            <p:cNvSpPr/>
            <p:nvPr/>
          </p:nvSpPr>
          <p:spPr bwMode="auto">
            <a:xfrm>
              <a:off x="3896376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개월</a:t>
              </a:r>
            </a:p>
          </p:txBody>
        </p:sp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ACEC25D8-9C5C-3EE4-8BC1-AF9735873E62}"/>
                </a:ext>
              </a:extLst>
            </p:cNvPr>
            <p:cNvSpPr/>
            <p:nvPr/>
          </p:nvSpPr>
          <p:spPr bwMode="auto">
            <a:xfrm>
              <a:off x="4572143" y="226886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</a:t>
              </a: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4BD7F904-593F-2C32-9EA4-BAA3B624FC70}"/>
                </a:ext>
              </a:extLst>
            </p:cNvPr>
            <p:cNvGrpSpPr/>
            <p:nvPr/>
          </p:nvGrpSpPr>
          <p:grpSpPr>
            <a:xfrm>
              <a:off x="1419019" y="2268866"/>
              <a:ext cx="149845" cy="149845"/>
              <a:chOff x="6958892" y="1947799"/>
              <a:chExt cx="149845" cy="149845"/>
            </a:xfrm>
          </p:grpSpPr>
          <p:sp>
            <p:nvSpPr>
              <p:cNvPr id="13" name="타원 12">
                <a:extLst>
                  <a:ext uri="{FF2B5EF4-FFF2-40B4-BE49-F238E27FC236}">
                    <a16:creationId xmlns:a16="http://schemas.microsoft.com/office/drawing/2014/main" id="{95C541D7-5372-DAB9-77DE-81D343B8B16C}"/>
                  </a:ext>
                </a:extLst>
              </p:cNvPr>
              <p:cNvSpPr/>
              <p:nvPr/>
            </p:nvSpPr>
            <p:spPr bwMode="auto">
              <a:xfrm>
                <a:off x="6958892" y="1947799"/>
                <a:ext cx="149845" cy="149845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 dirty="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</a:t>
                </a:r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643A6E7A-15B0-95B0-5F58-5F89825093DC}"/>
                  </a:ext>
                </a:extLst>
              </p:cNvPr>
              <p:cNvSpPr/>
              <p:nvPr/>
            </p:nvSpPr>
            <p:spPr bwMode="auto">
              <a:xfrm>
                <a:off x="6991531" y="1979137"/>
                <a:ext cx="89256" cy="89257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2699595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943503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223256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153293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학습자 상세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953646"/>
              </p:ext>
            </p:extLst>
          </p:nvPr>
        </p:nvGraphicFramePr>
        <p:xfrm>
          <a:off x="7562672" y="283032"/>
          <a:ext cx="2307098" cy="3296985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학습자의 기본 정보를 노출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학습자의 관리 부모 회원 계정 상세 화면을 새창으로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해당 학습자의 스티커 내역 목록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가장 최근 발생일 기준으로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3a)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유형에 따른 목록 정렬 기능으로 전체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적립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차감을 셀렉트 박스로 선택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표기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전체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3b)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차감인 경우 별도의 폰트 컬러로 표기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0993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스티커 관리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31021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185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74571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537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03290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스티커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스티커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상세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A267D440-C96D-6023-9AEA-2309BBBBC5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925004"/>
              </p:ext>
            </p:extLst>
          </p:nvPr>
        </p:nvGraphicFramePr>
        <p:xfrm>
          <a:off x="307975" y="1232467"/>
          <a:ext cx="7092950" cy="509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602">
                  <a:extLst>
                    <a:ext uri="{9D8B030D-6E8A-4147-A177-3AD203B41FA5}">
                      <a16:colId xmlns:a16="http://schemas.microsoft.com/office/drawing/2014/main" val="1836828834"/>
                    </a:ext>
                  </a:extLst>
                </a:gridCol>
                <a:gridCol w="4543305">
                  <a:extLst>
                    <a:ext uri="{9D8B030D-6E8A-4147-A177-3AD203B41FA5}">
                      <a16:colId xmlns:a16="http://schemas.microsoft.com/office/drawing/2014/main" val="3838617470"/>
                    </a:ext>
                  </a:extLst>
                </a:gridCol>
                <a:gridCol w="1560043">
                  <a:extLst>
                    <a:ext uri="{9D8B030D-6E8A-4147-A177-3AD203B41FA5}">
                      <a16:colId xmlns:a16="http://schemas.microsoft.com/office/drawing/2014/main" val="174411375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수강여부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학습자 이름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보유 스티커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81826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강길동</a:t>
                      </a:r>
                      <a:endParaRPr lang="ko-KR" altLang="en-US" sz="80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00930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B0B2509B-AEA5-158F-7986-ABFC3DC57836}"/>
              </a:ext>
            </a:extLst>
          </p:cNvPr>
          <p:cNvSpPr/>
          <p:nvPr/>
        </p:nvSpPr>
        <p:spPr>
          <a:xfrm>
            <a:off x="6236488" y="1871904"/>
            <a:ext cx="1164437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회원정보 상세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5C469BE-2829-5D30-1BA8-B9CAD35DEE31}"/>
              </a:ext>
            </a:extLst>
          </p:cNvPr>
          <p:cNvSpPr txBox="1"/>
          <p:nvPr/>
        </p:nvSpPr>
        <p:spPr>
          <a:xfrm>
            <a:off x="307975" y="1014623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학습자 정보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377E08-04C5-929F-C834-B14A0EB329CA}"/>
              </a:ext>
            </a:extLst>
          </p:cNvPr>
          <p:cNvGrpSpPr/>
          <p:nvPr/>
        </p:nvGrpSpPr>
        <p:grpSpPr>
          <a:xfrm rot="5400000" flipH="1">
            <a:off x="8799" y="1004043"/>
            <a:ext cx="230832" cy="251992"/>
            <a:chOff x="4437623" y="2066810"/>
            <a:chExt cx="230832" cy="251992"/>
          </a:xfrm>
        </p:grpSpPr>
        <p:sp>
          <p:nvSpPr>
            <p:cNvPr id="26" name="눈물 방울 25">
              <a:extLst>
                <a:ext uri="{FF2B5EF4-FFF2-40B4-BE49-F238E27FC236}">
                  <a16:creationId xmlns:a16="http://schemas.microsoft.com/office/drawing/2014/main" id="{375DC13E-D80B-D078-4F20-0C8E188E851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17980744-3F8B-748D-9849-0F2468A44BD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CEE75E23-CC52-A99F-A3B5-B0B585D0A611}"/>
              </a:ext>
            </a:extLst>
          </p:cNvPr>
          <p:cNvGrpSpPr/>
          <p:nvPr/>
        </p:nvGrpSpPr>
        <p:grpSpPr>
          <a:xfrm rot="5400000" flipH="1">
            <a:off x="5968275" y="1867413"/>
            <a:ext cx="230832" cy="251992"/>
            <a:chOff x="4437623" y="2066810"/>
            <a:chExt cx="230832" cy="251992"/>
          </a:xfrm>
        </p:grpSpPr>
        <p:sp>
          <p:nvSpPr>
            <p:cNvPr id="29" name="눈물 방울 28">
              <a:extLst>
                <a:ext uri="{FF2B5EF4-FFF2-40B4-BE49-F238E27FC236}">
                  <a16:creationId xmlns:a16="http://schemas.microsoft.com/office/drawing/2014/main" id="{F6FD977D-ED35-B126-E581-18F5C4666C5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EA2E3F-7307-6445-1393-B1112EEFB0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3D879C12-2784-FD8A-804F-684E105E4772}"/>
              </a:ext>
            </a:extLst>
          </p:cNvPr>
          <p:cNvSpPr txBox="1"/>
          <p:nvPr/>
        </p:nvSpPr>
        <p:spPr>
          <a:xfrm>
            <a:off x="307975" y="2225757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스티커 내역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DD863358-B1C3-EA2E-0DA5-6EF78F0126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7826813"/>
              </p:ext>
            </p:extLst>
          </p:nvPr>
        </p:nvGraphicFramePr>
        <p:xfrm>
          <a:off x="307973" y="2492005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50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940526">
                  <a:extLst>
                    <a:ext uri="{9D8B030D-6E8A-4147-A177-3AD203B41FA5}">
                      <a16:colId xmlns:a16="http://schemas.microsoft.com/office/drawing/2014/main" val="90303525"/>
                    </a:ext>
                  </a:extLst>
                </a:gridCol>
                <a:gridCol w="3405051">
                  <a:extLst>
                    <a:ext uri="{9D8B030D-6E8A-4147-A177-3AD203B41FA5}">
                      <a16:colId xmlns:a16="http://schemas.microsoft.com/office/drawing/2014/main" val="3562335258"/>
                    </a:ext>
                  </a:extLst>
                </a:gridCol>
                <a:gridCol w="809897">
                  <a:extLst>
                    <a:ext uri="{9D8B030D-6E8A-4147-A177-3AD203B41FA5}">
                      <a16:colId xmlns:a16="http://schemas.microsoft.com/office/drawing/2014/main" val="2518398036"/>
                    </a:ext>
                  </a:extLst>
                </a:gridCol>
                <a:gridCol w="1453623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스티커수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발생일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endParaRPr lang="ko-KR" altLang="en-US" sz="800" u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학용품 지급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소리내어 읽기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5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적립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글쓰기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/>
                        <a:t>2</a:t>
                      </a:r>
                      <a:endParaRPr lang="ko-KR" altLang="en-US" sz="80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차감</a:t>
                      </a:r>
                      <a:endParaRPr lang="ko-KR" altLang="en-US" sz="800" u="none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연필 지급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/>
                        <a:t>10</a:t>
                      </a:r>
                      <a:endParaRPr lang="ko-KR" altLang="en-US" sz="80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30BAD88A-2158-9674-722D-4F48A0DA5E7E}"/>
              </a:ext>
            </a:extLst>
          </p:cNvPr>
          <p:cNvSpPr/>
          <p:nvPr/>
        </p:nvSpPr>
        <p:spPr>
          <a:xfrm>
            <a:off x="6627223" y="4864427"/>
            <a:ext cx="773702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1263C4B-5A8C-5D57-45DF-D39F0409E54D}"/>
              </a:ext>
            </a:extLst>
          </p:cNvPr>
          <p:cNvSpPr txBox="1"/>
          <p:nvPr/>
        </p:nvSpPr>
        <p:spPr>
          <a:xfrm>
            <a:off x="3664210" y="3820275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9403E098-ED18-A14B-B78C-86449F668DA9}"/>
              </a:ext>
            </a:extLst>
          </p:cNvPr>
          <p:cNvGrpSpPr/>
          <p:nvPr/>
        </p:nvGrpSpPr>
        <p:grpSpPr>
          <a:xfrm>
            <a:off x="1247844" y="2243753"/>
            <a:ext cx="823912" cy="182240"/>
            <a:chOff x="5720376" y="2134256"/>
            <a:chExt cx="823912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7F53A025-AAE2-6543-1743-5CADD78C43AB}"/>
                </a:ext>
              </a:extLst>
            </p:cNvPr>
            <p:cNvSpPr/>
            <p:nvPr/>
          </p:nvSpPr>
          <p:spPr>
            <a:xfrm>
              <a:off x="5720376" y="2134256"/>
              <a:ext cx="823912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8FF05CEE-590C-BBBE-A50F-67CB7F21C391}"/>
                </a:ext>
              </a:extLst>
            </p:cNvPr>
            <p:cNvSpPr/>
            <p:nvPr/>
          </p:nvSpPr>
          <p:spPr>
            <a:xfrm flipH="1" flipV="1">
              <a:off x="640441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991AA6F-5BF4-DA52-0166-47E32F250F52}"/>
              </a:ext>
            </a:extLst>
          </p:cNvPr>
          <p:cNvGrpSpPr/>
          <p:nvPr/>
        </p:nvGrpSpPr>
        <p:grpSpPr>
          <a:xfrm rot="5400000" flipH="1">
            <a:off x="8799" y="2196898"/>
            <a:ext cx="230832" cy="251992"/>
            <a:chOff x="4437623" y="2066810"/>
            <a:chExt cx="230832" cy="251992"/>
          </a:xfrm>
        </p:grpSpPr>
        <p:sp>
          <p:nvSpPr>
            <p:cNvPr id="39" name="눈물 방울 38">
              <a:extLst>
                <a:ext uri="{FF2B5EF4-FFF2-40B4-BE49-F238E27FC236}">
                  <a16:creationId xmlns:a16="http://schemas.microsoft.com/office/drawing/2014/main" id="{11C5CF1C-3A31-8469-BEC7-C3EAB429FC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50FB869-10CC-E499-2841-9F7296A7DB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67DFFBF6-699D-E89A-4C8F-5B0427E9755E}"/>
              </a:ext>
            </a:extLst>
          </p:cNvPr>
          <p:cNvGrpSpPr/>
          <p:nvPr/>
        </p:nvGrpSpPr>
        <p:grpSpPr>
          <a:xfrm rot="5400000" flipH="1">
            <a:off x="2117434" y="2165639"/>
            <a:ext cx="230832" cy="314510"/>
            <a:chOff x="4437624" y="2035552"/>
            <a:chExt cx="230832" cy="314510"/>
          </a:xfrm>
        </p:grpSpPr>
        <p:sp>
          <p:nvSpPr>
            <p:cNvPr id="42" name="눈물 방울 41">
              <a:extLst>
                <a:ext uri="{FF2B5EF4-FFF2-40B4-BE49-F238E27FC236}">
                  <a16:creationId xmlns:a16="http://schemas.microsoft.com/office/drawing/2014/main" id="{9D90E1FD-55BF-A7E5-1721-58E191D0030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21615C48-5E66-75C9-AB8B-665A06E66B4C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8540B23-1F7A-6905-B869-A9F78FD88E35}"/>
              </a:ext>
            </a:extLst>
          </p:cNvPr>
          <p:cNvGrpSpPr/>
          <p:nvPr/>
        </p:nvGrpSpPr>
        <p:grpSpPr>
          <a:xfrm rot="5400000" flipH="1">
            <a:off x="8799" y="2968550"/>
            <a:ext cx="230832" cy="324128"/>
            <a:chOff x="4437623" y="2030742"/>
            <a:chExt cx="230832" cy="324128"/>
          </a:xfrm>
        </p:grpSpPr>
        <p:sp>
          <p:nvSpPr>
            <p:cNvPr id="45" name="눈물 방울 44">
              <a:extLst>
                <a:ext uri="{FF2B5EF4-FFF2-40B4-BE49-F238E27FC236}">
                  <a16:creationId xmlns:a16="http://schemas.microsoft.com/office/drawing/2014/main" id="{BDE6BE17-F345-32B8-5409-66512796D3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1F312832-1E34-0FFA-AF35-71BB7187E0A0}"/>
                </a:ext>
              </a:extLst>
            </p:cNvPr>
            <p:cNvSpPr/>
            <p:nvPr/>
          </p:nvSpPr>
          <p:spPr>
            <a:xfrm rot="5400000">
              <a:off x="4390975" y="2077390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5C1A568C-82F9-5C6F-03BE-DC2CEA158135}"/>
              </a:ext>
            </a:extLst>
          </p:cNvPr>
          <p:cNvGrpSpPr/>
          <p:nvPr/>
        </p:nvGrpSpPr>
        <p:grpSpPr>
          <a:xfrm rot="5400000" flipH="1">
            <a:off x="6346151" y="4858290"/>
            <a:ext cx="230832" cy="251992"/>
            <a:chOff x="4437623" y="2066810"/>
            <a:chExt cx="230832" cy="251992"/>
          </a:xfrm>
        </p:grpSpPr>
        <p:sp>
          <p:nvSpPr>
            <p:cNvPr id="48" name="눈물 방울 47">
              <a:extLst>
                <a:ext uri="{FF2B5EF4-FFF2-40B4-BE49-F238E27FC236}">
                  <a16:creationId xmlns:a16="http://schemas.microsoft.com/office/drawing/2014/main" id="{B5E801D8-7296-5C6D-B1BF-500D4523B3B2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60AA514A-F3E2-E0F6-8DE0-258419704E2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184813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3574783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스티커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학습자 상세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1594445"/>
              </p:ext>
            </p:extLst>
          </p:nvPr>
        </p:nvGraphicFramePr>
        <p:xfrm>
          <a:off x="7562672" y="283032"/>
          <a:ext cx="2307098" cy="394013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57259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스티커를 관리하기 위한 유형 선택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라디오버튼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디폴트 표기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차감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차감 또는 적립하기 위한 스티커 수를 숫자로만 입력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숫자 외의 언어 입력 차단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스티커를 차감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적립하기 위한 사유를 입력하는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글자수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0993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모두 입력 후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버튼을 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별도의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선택한 정보를 본 페이지에 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310217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185000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74571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5378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03290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스티커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스티커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상세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A267D440-C96D-6023-9AEA-2309BBBBC543}"/>
              </a:ext>
            </a:extLst>
          </p:cNvPr>
          <p:cNvGraphicFramePr>
            <a:graphicFrameLocks noGrp="1"/>
          </p:cNvGraphicFramePr>
          <p:nvPr/>
        </p:nvGraphicFramePr>
        <p:xfrm>
          <a:off x="307975" y="1232467"/>
          <a:ext cx="7092950" cy="509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602">
                  <a:extLst>
                    <a:ext uri="{9D8B030D-6E8A-4147-A177-3AD203B41FA5}">
                      <a16:colId xmlns:a16="http://schemas.microsoft.com/office/drawing/2014/main" val="1836828834"/>
                    </a:ext>
                  </a:extLst>
                </a:gridCol>
                <a:gridCol w="4543305">
                  <a:extLst>
                    <a:ext uri="{9D8B030D-6E8A-4147-A177-3AD203B41FA5}">
                      <a16:colId xmlns:a16="http://schemas.microsoft.com/office/drawing/2014/main" val="3838617470"/>
                    </a:ext>
                  </a:extLst>
                </a:gridCol>
                <a:gridCol w="1560043">
                  <a:extLst>
                    <a:ext uri="{9D8B030D-6E8A-4147-A177-3AD203B41FA5}">
                      <a16:colId xmlns:a16="http://schemas.microsoft.com/office/drawing/2014/main" val="174411375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수강여부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학습자 이름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보유 스티커 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81826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수강중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강길동</a:t>
                      </a:r>
                      <a:endParaRPr lang="ko-KR" altLang="en-US" sz="80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00930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B0B2509B-AEA5-158F-7986-ABFC3DC57836}"/>
              </a:ext>
            </a:extLst>
          </p:cNvPr>
          <p:cNvSpPr/>
          <p:nvPr/>
        </p:nvSpPr>
        <p:spPr>
          <a:xfrm>
            <a:off x="6236488" y="1871904"/>
            <a:ext cx="1164437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회원정보 상세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5C469BE-2829-5D30-1BA8-B9CAD35DEE31}"/>
              </a:ext>
            </a:extLst>
          </p:cNvPr>
          <p:cNvSpPr txBox="1"/>
          <p:nvPr/>
        </p:nvSpPr>
        <p:spPr>
          <a:xfrm>
            <a:off x="307975" y="1014623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학습자 정보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377E08-04C5-929F-C834-B14A0EB329CA}"/>
              </a:ext>
            </a:extLst>
          </p:cNvPr>
          <p:cNvGrpSpPr/>
          <p:nvPr/>
        </p:nvGrpSpPr>
        <p:grpSpPr>
          <a:xfrm rot="5400000" flipH="1">
            <a:off x="8799" y="1004043"/>
            <a:ext cx="230832" cy="251992"/>
            <a:chOff x="4437623" y="2066810"/>
            <a:chExt cx="230832" cy="251992"/>
          </a:xfrm>
        </p:grpSpPr>
        <p:sp>
          <p:nvSpPr>
            <p:cNvPr id="26" name="눈물 방울 25">
              <a:extLst>
                <a:ext uri="{FF2B5EF4-FFF2-40B4-BE49-F238E27FC236}">
                  <a16:creationId xmlns:a16="http://schemas.microsoft.com/office/drawing/2014/main" id="{375DC13E-D80B-D078-4F20-0C8E188E8517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17980744-3F8B-748D-9849-0F2468A44BD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CEE75E23-CC52-A99F-A3B5-B0B585D0A611}"/>
              </a:ext>
            </a:extLst>
          </p:cNvPr>
          <p:cNvGrpSpPr/>
          <p:nvPr/>
        </p:nvGrpSpPr>
        <p:grpSpPr>
          <a:xfrm rot="5400000" flipH="1">
            <a:off x="5968275" y="1867413"/>
            <a:ext cx="230832" cy="251992"/>
            <a:chOff x="4437623" y="2066810"/>
            <a:chExt cx="230832" cy="251992"/>
          </a:xfrm>
        </p:grpSpPr>
        <p:sp>
          <p:nvSpPr>
            <p:cNvPr id="29" name="눈물 방울 28">
              <a:extLst>
                <a:ext uri="{FF2B5EF4-FFF2-40B4-BE49-F238E27FC236}">
                  <a16:creationId xmlns:a16="http://schemas.microsoft.com/office/drawing/2014/main" id="{F6FD977D-ED35-B126-E581-18F5C4666C5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EA2E3F-7307-6445-1393-B1112EEFB0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3D879C12-2784-FD8A-804F-684E105E4772}"/>
              </a:ext>
            </a:extLst>
          </p:cNvPr>
          <p:cNvSpPr txBox="1"/>
          <p:nvPr/>
        </p:nvSpPr>
        <p:spPr>
          <a:xfrm>
            <a:off x="307975" y="2225757"/>
            <a:ext cx="82290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>
                <a:latin typeface="+mn-ea"/>
                <a:ea typeface="+mn-ea"/>
              </a:rPr>
              <a:t>※ </a:t>
            </a:r>
            <a:r>
              <a:rPr lang="ko-KR" altLang="en-US" sz="900" b="1">
                <a:latin typeface="+mn-ea"/>
                <a:ea typeface="+mn-ea"/>
              </a:rPr>
              <a:t>스티커 내역</a:t>
            </a:r>
            <a:endParaRPr lang="ko-KR" altLang="en-US" sz="900" b="1" dirty="0">
              <a:latin typeface="+mn-ea"/>
              <a:ea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DD863358-B1C3-EA2E-0DA5-6EF78F0126CD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2492005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507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940526">
                  <a:extLst>
                    <a:ext uri="{9D8B030D-6E8A-4147-A177-3AD203B41FA5}">
                      <a16:colId xmlns:a16="http://schemas.microsoft.com/office/drawing/2014/main" val="90303525"/>
                    </a:ext>
                  </a:extLst>
                </a:gridCol>
                <a:gridCol w="3405051">
                  <a:extLst>
                    <a:ext uri="{9D8B030D-6E8A-4147-A177-3AD203B41FA5}">
                      <a16:colId xmlns:a16="http://schemas.microsoft.com/office/drawing/2014/main" val="3562335258"/>
                    </a:ext>
                  </a:extLst>
                </a:gridCol>
                <a:gridCol w="809897">
                  <a:extLst>
                    <a:ext uri="{9D8B030D-6E8A-4147-A177-3AD203B41FA5}">
                      <a16:colId xmlns:a16="http://schemas.microsoft.com/office/drawing/2014/main" val="2518398036"/>
                    </a:ext>
                  </a:extLst>
                </a:gridCol>
                <a:gridCol w="1453623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스티커수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발생일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endParaRPr lang="ko-KR" altLang="en-US" sz="800" u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학용품 지급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이북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적립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소리내어 읽기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5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적립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글쓰기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/>
                        <a:t>2</a:t>
                      </a:r>
                      <a:endParaRPr lang="ko-KR" altLang="en-US" sz="80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차감</a:t>
                      </a:r>
                      <a:endParaRPr lang="ko-KR" altLang="en-US" sz="800" u="none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none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연필 지급</a:t>
                      </a:r>
                      <a:endParaRPr lang="ko-KR" altLang="en-US" sz="800" u="non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/>
                        <a:t>10</a:t>
                      </a:r>
                      <a:endParaRPr lang="ko-KR" altLang="en-US" sz="800"/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yyyy.mm.dd</a:t>
                      </a:r>
                      <a:endParaRPr lang="ko-KR" altLang="en-US" sz="800" u="sng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30BAD88A-2158-9674-722D-4F48A0DA5E7E}"/>
              </a:ext>
            </a:extLst>
          </p:cNvPr>
          <p:cNvSpPr/>
          <p:nvPr/>
        </p:nvSpPr>
        <p:spPr>
          <a:xfrm>
            <a:off x="6426926" y="4864427"/>
            <a:ext cx="973999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스티커 관리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1263C4B-5A8C-5D57-45DF-D39F0409E54D}"/>
              </a:ext>
            </a:extLst>
          </p:cNvPr>
          <p:cNvSpPr txBox="1"/>
          <p:nvPr/>
        </p:nvSpPr>
        <p:spPr>
          <a:xfrm>
            <a:off x="3664210" y="3820275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9403E098-ED18-A14B-B78C-86449F668DA9}"/>
              </a:ext>
            </a:extLst>
          </p:cNvPr>
          <p:cNvGrpSpPr/>
          <p:nvPr/>
        </p:nvGrpSpPr>
        <p:grpSpPr>
          <a:xfrm>
            <a:off x="1247844" y="2243753"/>
            <a:ext cx="823912" cy="182240"/>
            <a:chOff x="5720376" y="2134256"/>
            <a:chExt cx="823912" cy="18224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7F53A025-AAE2-6543-1743-5CADD78C43AB}"/>
                </a:ext>
              </a:extLst>
            </p:cNvPr>
            <p:cNvSpPr/>
            <p:nvPr/>
          </p:nvSpPr>
          <p:spPr>
            <a:xfrm>
              <a:off x="5720376" y="2134256"/>
              <a:ext cx="823912" cy="1822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rPr>
                <a:t>전체</a:t>
              </a:r>
              <a:endPara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8FF05CEE-590C-BBBE-A50F-67CB7F21C391}"/>
                </a:ext>
              </a:extLst>
            </p:cNvPr>
            <p:cNvSpPr/>
            <p:nvPr/>
          </p:nvSpPr>
          <p:spPr>
            <a:xfrm flipH="1" flipV="1">
              <a:off x="6404410" y="2187528"/>
              <a:ext cx="98182" cy="8925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991AA6F-5BF4-DA52-0166-47E32F250F52}"/>
              </a:ext>
            </a:extLst>
          </p:cNvPr>
          <p:cNvGrpSpPr/>
          <p:nvPr/>
        </p:nvGrpSpPr>
        <p:grpSpPr>
          <a:xfrm rot="5400000" flipH="1">
            <a:off x="8799" y="2196898"/>
            <a:ext cx="230832" cy="251992"/>
            <a:chOff x="4437623" y="2066810"/>
            <a:chExt cx="230832" cy="251992"/>
          </a:xfrm>
        </p:grpSpPr>
        <p:sp>
          <p:nvSpPr>
            <p:cNvPr id="39" name="눈물 방울 38">
              <a:extLst>
                <a:ext uri="{FF2B5EF4-FFF2-40B4-BE49-F238E27FC236}">
                  <a16:creationId xmlns:a16="http://schemas.microsoft.com/office/drawing/2014/main" id="{11C5CF1C-3A31-8469-BEC7-C3EAB429FC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50FB869-10CC-E499-2841-9F7296A7DB43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67DFFBF6-699D-E89A-4C8F-5B0427E9755E}"/>
              </a:ext>
            </a:extLst>
          </p:cNvPr>
          <p:cNvGrpSpPr/>
          <p:nvPr/>
        </p:nvGrpSpPr>
        <p:grpSpPr>
          <a:xfrm rot="5400000" flipH="1">
            <a:off x="2117434" y="2165639"/>
            <a:ext cx="230832" cy="314510"/>
            <a:chOff x="4437624" y="2035552"/>
            <a:chExt cx="230832" cy="314510"/>
          </a:xfrm>
        </p:grpSpPr>
        <p:sp>
          <p:nvSpPr>
            <p:cNvPr id="42" name="눈물 방울 41">
              <a:extLst>
                <a:ext uri="{FF2B5EF4-FFF2-40B4-BE49-F238E27FC236}">
                  <a16:creationId xmlns:a16="http://schemas.microsoft.com/office/drawing/2014/main" id="{9D90E1FD-55BF-A7E5-1721-58E191D0030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21615C48-5E66-75C9-AB8B-665A06E66B4C}"/>
                </a:ext>
              </a:extLst>
            </p:cNvPr>
            <p:cNvSpPr/>
            <p:nvPr/>
          </p:nvSpPr>
          <p:spPr>
            <a:xfrm rot="5400000">
              <a:off x="4395785" y="2077391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8540B23-1F7A-6905-B869-A9F78FD88E35}"/>
              </a:ext>
            </a:extLst>
          </p:cNvPr>
          <p:cNvGrpSpPr/>
          <p:nvPr/>
        </p:nvGrpSpPr>
        <p:grpSpPr>
          <a:xfrm rot="5400000" flipH="1">
            <a:off x="8799" y="2968550"/>
            <a:ext cx="230832" cy="324128"/>
            <a:chOff x="4437623" y="2030742"/>
            <a:chExt cx="230832" cy="324128"/>
          </a:xfrm>
        </p:grpSpPr>
        <p:sp>
          <p:nvSpPr>
            <p:cNvPr id="45" name="눈물 방울 44">
              <a:extLst>
                <a:ext uri="{FF2B5EF4-FFF2-40B4-BE49-F238E27FC236}">
                  <a16:creationId xmlns:a16="http://schemas.microsoft.com/office/drawing/2014/main" id="{BDE6BE17-F345-32B8-5409-66512796D386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1F312832-1E34-0FFA-AF35-71BB7187E0A0}"/>
                </a:ext>
              </a:extLst>
            </p:cNvPr>
            <p:cNvSpPr/>
            <p:nvPr/>
          </p:nvSpPr>
          <p:spPr>
            <a:xfrm rot="5400000">
              <a:off x="4390975" y="2077390"/>
              <a:ext cx="32412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3b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모서리가 둥근 직사각형 21">
            <a:extLst>
              <a:ext uri="{FF2B5EF4-FFF2-40B4-BE49-F238E27FC236}">
                <a16:creationId xmlns:a16="http://schemas.microsoft.com/office/drawing/2014/main" id="{964B707B-324D-B751-8435-51CACF62D8A4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15C8C59-F387-33C4-77F2-1B23FA7E4D0C}"/>
              </a:ext>
            </a:extLst>
          </p:cNvPr>
          <p:cNvSpPr/>
          <p:nvPr/>
        </p:nvSpPr>
        <p:spPr bwMode="auto">
          <a:xfrm>
            <a:off x="770316" y="1103031"/>
            <a:ext cx="6328367" cy="199148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93B5DF1E-98BB-6D69-036C-5F211C3C0E6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97258" y="1395822"/>
            <a:ext cx="174856" cy="174856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03DC220D-0735-094B-B72C-E98AC77308DB}"/>
              </a:ext>
            </a:extLst>
          </p:cNvPr>
          <p:cNvSpPr/>
          <p:nvPr/>
        </p:nvSpPr>
        <p:spPr>
          <a:xfrm>
            <a:off x="6089278" y="2587265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B485F60-0FE9-1831-E652-6E5EDE8B9ADD}"/>
              </a:ext>
            </a:extLst>
          </p:cNvPr>
          <p:cNvSpPr/>
          <p:nvPr/>
        </p:nvSpPr>
        <p:spPr>
          <a:xfrm>
            <a:off x="5200086" y="2587265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B20E1A0-AF8A-2C21-7886-404E72977C98}"/>
              </a:ext>
            </a:extLst>
          </p:cNvPr>
          <p:cNvSpPr txBox="1"/>
          <p:nvPr/>
        </p:nvSpPr>
        <p:spPr>
          <a:xfrm>
            <a:off x="887192" y="1303440"/>
            <a:ext cx="43177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등록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62A2B15-ECFA-31D0-08E4-42313FF747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8797173"/>
              </p:ext>
            </p:extLst>
          </p:nvPr>
        </p:nvGraphicFramePr>
        <p:xfrm>
          <a:off x="911968" y="1661665"/>
          <a:ext cx="6045061" cy="810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7461">
                  <a:extLst>
                    <a:ext uri="{9D8B030D-6E8A-4147-A177-3AD203B41FA5}">
                      <a16:colId xmlns:a16="http://schemas.microsoft.com/office/drawing/2014/main" val="3155137834"/>
                    </a:ext>
                  </a:extLst>
                </a:gridCol>
                <a:gridCol w="4997600">
                  <a:extLst>
                    <a:ext uri="{9D8B030D-6E8A-4147-A177-3AD203B41FA5}">
                      <a16:colId xmlns:a16="http://schemas.microsoft.com/office/drawing/2014/main" val="217800823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유형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9159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스티커 수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9262709"/>
                  </a:ext>
                </a:extLst>
              </a:tr>
              <a:tr h="18008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사유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414805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0A267D27-BF96-FA7B-DCCF-A8F16F26BEC4}"/>
              </a:ext>
            </a:extLst>
          </p:cNvPr>
          <p:cNvGrpSpPr/>
          <p:nvPr/>
        </p:nvGrpSpPr>
        <p:grpSpPr>
          <a:xfrm>
            <a:off x="2052010" y="1743320"/>
            <a:ext cx="771088" cy="149845"/>
            <a:chOff x="1418644" y="1904256"/>
            <a:chExt cx="771088" cy="149845"/>
          </a:xfrm>
        </p:grpSpPr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E0091947-4BBD-A602-447A-42F63CDDBE44}"/>
                </a:ext>
              </a:extLst>
            </p:cNvPr>
            <p:cNvSpPr/>
            <p:nvPr/>
          </p:nvSpPr>
          <p:spPr bwMode="auto">
            <a:xfrm>
              <a:off x="2039887" y="1904256"/>
              <a:ext cx="149845" cy="149845"/>
            </a:xfrm>
            <a:prstGeom prst="ellipse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465368" tIns="66481" rIns="132962" bIns="66481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90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적립</a:t>
              </a:r>
              <a:endParaRPr lang="ko-KR" altLang="en-US" sz="900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4363E92-F9A5-EBFE-D132-CCE20C7EDE9C}"/>
                </a:ext>
              </a:extLst>
            </p:cNvPr>
            <p:cNvGrpSpPr/>
            <p:nvPr/>
          </p:nvGrpSpPr>
          <p:grpSpPr>
            <a:xfrm>
              <a:off x="1418644" y="1904256"/>
              <a:ext cx="149845" cy="149845"/>
              <a:chOff x="1420116" y="2250084"/>
              <a:chExt cx="164830" cy="164829"/>
            </a:xfrm>
          </p:grpSpPr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EB0A7713-FDB5-623D-CFED-0B402DF1A742}"/>
                  </a:ext>
                </a:extLst>
              </p:cNvPr>
              <p:cNvSpPr/>
              <p:nvPr/>
            </p:nvSpPr>
            <p:spPr bwMode="auto">
              <a:xfrm>
                <a:off x="1420116" y="2250084"/>
                <a:ext cx="164830" cy="164829"/>
              </a:xfrm>
              <a:prstGeom prst="ellipse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465368" tIns="66481" rIns="132962" bIns="66481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ko-KR" altLang="en-US" sz="900">
                    <a:solidFill>
                      <a:schemeClr val="tx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차감</a:t>
                </a:r>
                <a:endParaRPr lang="ko-KR" altLang="en-US" sz="900" dirty="0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" name="타원 15">
                <a:extLst>
                  <a:ext uri="{FF2B5EF4-FFF2-40B4-BE49-F238E27FC236}">
                    <a16:creationId xmlns:a16="http://schemas.microsoft.com/office/drawing/2014/main" id="{B33E6796-3F1F-7B7E-42B7-1DF9C9B34FDD}"/>
                  </a:ext>
                </a:extLst>
              </p:cNvPr>
              <p:cNvSpPr/>
              <p:nvPr/>
            </p:nvSpPr>
            <p:spPr bwMode="auto">
              <a:xfrm>
                <a:off x="1458892" y="2290993"/>
                <a:ext cx="98182" cy="98182"/>
              </a:xfrm>
              <a:prstGeom prst="ellipse">
                <a:avLst/>
              </a:prstGeom>
              <a:solidFill>
                <a:srgbClr val="000000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44000" tIns="72000" rIns="144000" bIns="720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i="0" u="none" strike="noStrike" cap="none" normalizeH="0" baseline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A1790A9A-979F-6692-5DD8-048F212F78B7}"/>
              </a:ext>
            </a:extLst>
          </p:cNvPr>
          <p:cNvSpPr txBox="1"/>
          <p:nvPr/>
        </p:nvSpPr>
        <p:spPr>
          <a:xfrm>
            <a:off x="2052232" y="2241184"/>
            <a:ext cx="4807369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38C1769-6199-60F5-5D99-E32CCD94714B}"/>
              </a:ext>
            </a:extLst>
          </p:cNvPr>
          <p:cNvSpPr txBox="1"/>
          <p:nvPr/>
        </p:nvSpPr>
        <p:spPr>
          <a:xfrm>
            <a:off x="2052233" y="1963164"/>
            <a:ext cx="42047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CAB0C07-579B-91CA-584A-8AF00D37E09E}"/>
              </a:ext>
            </a:extLst>
          </p:cNvPr>
          <p:cNvGrpSpPr/>
          <p:nvPr/>
        </p:nvGrpSpPr>
        <p:grpSpPr>
          <a:xfrm rot="5400000" flipH="1">
            <a:off x="6329297" y="1352371"/>
            <a:ext cx="230832" cy="251992"/>
            <a:chOff x="4437623" y="2066810"/>
            <a:chExt cx="230832" cy="251992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2B2DB65-1356-5C67-C5EC-C7671335475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16616AA2-7736-CB10-F23A-1539E667E055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FBCC4473-E511-574D-B3AB-DE7F85D489AE}"/>
              </a:ext>
            </a:extLst>
          </p:cNvPr>
          <p:cNvGrpSpPr/>
          <p:nvPr/>
        </p:nvGrpSpPr>
        <p:grpSpPr>
          <a:xfrm rot="5400000" flipH="1">
            <a:off x="4933426" y="2582603"/>
            <a:ext cx="230832" cy="251992"/>
            <a:chOff x="4437623" y="2066810"/>
            <a:chExt cx="230832" cy="251992"/>
          </a:xfrm>
        </p:grpSpPr>
        <p:sp>
          <p:nvSpPr>
            <p:cNvPr id="48" name="눈물 방울 47">
              <a:extLst>
                <a:ext uri="{FF2B5EF4-FFF2-40B4-BE49-F238E27FC236}">
                  <a16:creationId xmlns:a16="http://schemas.microsoft.com/office/drawing/2014/main" id="{EE7B5EED-0E9D-B820-E744-72BE1DF1DB1B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B0C9A35-0151-EEF3-4352-4B7F86F961C6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733D37AA-151F-44F1-6412-60FEEC19487E}"/>
              </a:ext>
            </a:extLst>
          </p:cNvPr>
          <p:cNvGrpSpPr/>
          <p:nvPr/>
        </p:nvGrpSpPr>
        <p:grpSpPr>
          <a:xfrm rot="5400000" flipH="1">
            <a:off x="6907905" y="2568283"/>
            <a:ext cx="230832" cy="251992"/>
            <a:chOff x="4437623" y="2066810"/>
            <a:chExt cx="230832" cy="251992"/>
          </a:xfrm>
        </p:grpSpPr>
        <p:sp>
          <p:nvSpPr>
            <p:cNvPr id="51" name="눈물 방울 50">
              <a:extLst>
                <a:ext uri="{FF2B5EF4-FFF2-40B4-BE49-F238E27FC236}">
                  <a16:creationId xmlns:a16="http://schemas.microsoft.com/office/drawing/2014/main" id="{7701A2D4-FCEE-B0C8-931D-0504E7E722CA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E1AE87F0-B6E2-9AAE-6F1E-0533D984FC30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8C748B60-566D-642E-3692-A251D8C4928B}"/>
              </a:ext>
            </a:extLst>
          </p:cNvPr>
          <p:cNvGrpSpPr/>
          <p:nvPr/>
        </p:nvGrpSpPr>
        <p:grpSpPr>
          <a:xfrm rot="5400000">
            <a:off x="6367606" y="2862972"/>
            <a:ext cx="230832" cy="333746"/>
            <a:chOff x="6369090" y="6065244"/>
            <a:chExt cx="230832" cy="333746"/>
          </a:xfrm>
        </p:grpSpPr>
        <p:sp>
          <p:nvSpPr>
            <p:cNvPr id="56" name="눈물 방울 55">
              <a:extLst>
                <a:ext uri="{FF2B5EF4-FFF2-40B4-BE49-F238E27FC236}">
                  <a16:creationId xmlns:a16="http://schemas.microsoft.com/office/drawing/2014/main" id="{4FDBC4F6-C995-EE1B-67FD-9BC4D0442A1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BC6E5FA5-0BA7-0FA5-B9F9-B82C34EBF935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948DFFB2-42A8-97BF-280E-57CAC7010EE4}"/>
              </a:ext>
            </a:extLst>
          </p:cNvPr>
          <p:cNvGrpSpPr/>
          <p:nvPr/>
        </p:nvGrpSpPr>
        <p:grpSpPr>
          <a:xfrm rot="5400000" flipH="1">
            <a:off x="704906" y="1678546"/>
            <a:ext cx="230832" cy="251992"/>
            <a:chOff x="4437623" y="2066810"/>
            <a:chExt cx="230832" cy="251992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880EF30B-8D12-BDF5-5947-93384B867DA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DFE0B94-C7AC-05CD-ABB5-6993CA61044E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452FD2A5-73DE-B08A-BE4C-676A2BC2307E}"/>
              </a:ext>
            </a:extLst>
          </p:cNvPr>
          <p:cNvSpPr txBox="1"/>
          <p:nvPr/>
        </p:nvSpPr>
        <p:spPr>
          <a:xfrm>
            <a:off x="2496150" y="1968941"/>
            <a:ext cx="1236483" cy="195814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800">
                <a:latin typeface="+mn-ea"/>
                <a:ea typeface="+mn-ea"/>
              </a:rPr>
              <a:t>(</a:t>
            </a:r>
            <a:r>
              <a:rPr lang="ko-KR" altLang="en-US" sz="800">
                <a:latin typeface="+mn-ea"/>
                <a:ea typeface="+mn-ea"/>
              </a:rPr>
              <a:t>숫자로만 입력해 주세요</a:t>
            </a:r>
            <a:r>
              <a:rPr lang="en-US" altLang="ko-KR" sz="800">
                <a:latin typeface="+mn-ea"/>
                <a:ea typeface="+mn-ea"/>
              </a:rPr>
              <a:t>)</a:t>
            </a:r>
            <a:endParaRPr lang="ko-KR" altLang="en-US" sz="800" dirty="0">
              <a:latin typeface="+mn-ea"/>
              <a:ea typeface="+mn-ea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A879E181-33FD-5D71-C440-6EBA352D9F91}"/>
              </a:ext>
            </a:extLst>
          </p:cNvPr>
          <p:cNvGrpSpPr/>
          <p:nvPr/>
        </p:nvGrpSpPr>
        <p:grpSpPr>
          <a:xfrm rot="5400000" flipH="1">
            <a:off x="704906" y="1930017"/>
            <a:ext cx="230832" cy="251992"/>
            <a:chOff x="4437623" y="2066810"/>
            <a:chExt cx="230832" cy="251992"/>
          </a:xfrm>
        </p:grpSpPr>
        <p:sp>
          <p:nvSpPr>
            <p:cNvPr id="63" name="눈물 방울 62">
              <a:extLst>
                <a:ext uri="{FF2B5EF4-FFF2-40B4-BE49-F238E27FC236}">
                  <a16:creationId xmlns:a16="http://schemas.microsoft.com/office/drawing/2014/main" id="{0CBFA56F-130C-4786-B1CF-3C9137C3952D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E8B56350-A534-BEDC-844B-C0F2B197EF5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37BC9D5B-977F-6B84-0280-465E667EC6E6}"/>
              </a:ext>
            </a:extLst>
          </p:cNvPr>
          <p:cNvGrpSpPr/>
          <p:nvPr/>
        </p:nvGrpSpPr>
        <p:grpSpPr>
          <a:xfrm rot="5400000" flipH="1">
            <a:off x="704906" y="2220921"/>
            <a:ext cx="230832" cy="251992"/>
            <a:chOff x="4437623" y="2066810"/>
            <a:chExt cx="230832" cy="251992"/>
          </a:xfrm>
        </p:grpSpPr>
        <p:sp>
          <p:nvSpPr>
            <p:cNvPr id="66" name="눈물 방울 65">
              <a:extLst>
                <a:ext uri="{FF2B5EF4-FFF2-40B4-BE49-F238E27FC236}">
                  <a16:creationId xmlns:a16="http://schemas.microsoft.com/office/drawing/2014/main" id="{25C0B541-CC4A-9590-5471-C487D53ACF7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F95087A2-156F-D573-A1D0-9062CDA3ED2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272741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r>
              <a:rPr lang="ko-KR" altLang="en-US" b="1"/>
              <a:t>분류 관리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6794972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3631934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분류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분류 관리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454753"/>
              </p:ext>
            </p:extLst>
          </p:nvPr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분류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LMS 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학습자 목록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039955"/>
              </p:ext>
            </p:extLst>
          </p:nvPr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분류명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지식정보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감성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옛이야기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시대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장소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5766967"/>
              </p:ext>
            </p:extLst>
          </p:nvPr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분류명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272523"/>
              </p:ext>
            </p:extLst>
          </p:nvPr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5471438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151177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분류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분류 관리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5341987"/>
              </p:ext>
            </p:extLst>
          </p:nvPr>
        </p:nvGraphicFramePr>
        <p:xfrm>
          <a:off x="7562672" y="283032"/>
          <a:ext cx="2307098" cy="26441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분류명을 입력하기 위한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5047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이름으로 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동일한 이름이 존재합니다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다시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분류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관리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분류 관리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분류명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지식정보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감성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옛이야기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시대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장소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분류명</a:t>
                      </a:r>
                      <a:endParaRPr lang="en-US" altLang="ko-KR" sz="9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모서리가 둥근 직사각형 21">
            <a:extLst>
              <a:ext uri="{FF2B5EF4-FFF2-40B4-BE49-F238E27FC236}">
                <a16:creationId xmlns:a16="http://schemas.microsoft.com/office/drawing/2014/main" id="{EB016BB6-4567-312C-6BA6-90FDE93C85BA}"/>
              </a:ext>
            </a:extLst>
          </p:cNvPr>
          <p:cNvSpPr/>
          <p:nvPr/>
        </p:nvSpPr>
        <p:spPr bwMode="auto">
          <a:xfrm>
            <a:off x="2975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9E27387-262E-DD65-A868-4335C0A803BB}"/>
              </a:ext>
            </a:extLst>
          </p:cNvPr>
          <p:cNvSpPr/>
          <p:nvPr/>
        </p:nvSpPr>
        <p:spPr bwMode="auto">
          <a:xfrm>
            <a:off x="1721957" y="1103031"/>
            <a:ext cx="4431120" cy="148838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B0E4A009-7985-7E54-32CC-36CD70BA0AB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3486" y="1395822"/>
            <a:ext cx="174856" cy="174856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E2AF6FD7-BB47-7C5C-8319-55D5934A22FA}"/>
              </a:ext>
            </a:extLst>
          </p:cNvPr>
          <p:cNvSpPr txBox="1"/>
          <p:nvPr/>
        </p:nvSpPr>
        <p:spPr>
          <a:xfrm>
            <a:off x="1855010" y="1303440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분류 관리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FE80CD7-E50C-5E0F-F7EE-9840CD737C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8989151"/>
              </p:ext>
            </p:extLst>
          </p:nvPr>
        </p:nvGraphicFramePr>
        <p:xfrm>
          <a:off x="1885135" y="1706503"/>
          <a:ext cx="4103207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276">
                  <a:extLst>
                    <a:ext uri="{9D8B030D-6E8A-4147-A177-3AD203B41FA5}">
                      <a16:colId xmlns:a16="http://schemas.microsoft.com/office/drawing/2014/main" val="2901664444"/>
                    </a:ext>
                  </a:extLst>
                </a:gridCol>
                <a:gridCol w="3131931">
                  <a:extLst>
                    <a:ext uri="{9D8B030D-6E8A-4147-A177-3AD203B41FA5}">
                      <a16:colId xmlns:a16="http://schemas.microsoft.com/office/drawing/2014/main" val="32649443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분류명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746397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946EAED-C159-4FF2-2690-2AAF30A5A2BD}"/>
              </a:ext>
            </a:extLst>
          </p:cNvPr>
          <p:cNvSpPr/>
          <p:nvPr/>
        </p:nvSpPr>
        <p:spPr>
          <a:xfrm>
            <a:off x="5218018" y="2112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72496FD-1195-F677-BFB4-44587B0E2911}"/>
              </a:ext>
            </a:extLst>
          </p:cNvPr>
          <p:cNvSpPr/>
          <p:nvPr/>
        </p:nvSpPr>
        <p:spPr>
          <a:xfrm>
            <a:off x="4328826" y="2112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1A06473-EE49-55D5-335D-807C1744522A}"/>
              </a:ext>
            </a:extLst>
          </p:cNvPr>
          <p:cNvSpPr txBox="1"/>
          <p:nvPr/>
        </p:nvSpPr>
        <p:spPr>
          <a:xfrm>
            <a:off x="2913734" y="1735667"/>
            <a:ext cx="302669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57E60B77-E81B-FB59-8642-E836B72EE5DC}"/>
              </a:ext>
            </a:extLst>
          </p:cNvPr>
          <p:cNvGrpSpPr/>
          <p:nvPr/>
        </p:nvGrpSpPr>
        <p:grpSpPr>
          <a:xfrm rot="5400000" flipH="1">
            <a:off x="5479304" y="1353583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D14CF3F0-BD5F-4E71-A863-D219BCB05378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49824A1B-0685-F7D7-D077-F728DA0453C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8AF2C1E-4834-3CBF-C319-287302F64274}"/>
              </a:ext>
            </a:extLst>
          </p:cNvPr>
          <p:cNvGrpSpPr/>
          <p:nvPr/>
        </p:nvGrpSpPr>
        <p:grpSpPr>
          <a:xfrm rot="5400000" flipH="1">
            <a:off x="4055595" y="2103614"/>
            <a:ext cx="230832" cy="251992"/>
            <a:chOff x="4437623" y="2066810"/>
            <a:chExt cx="230832" cy="251992"/>
          </a:xfrm>
        </p:grpSpPr>
        <p:sp>
          <p:nvSpPr>
            <p:cNvPr id="27" name="눈물 방울 26">
              <a:extLst>
                <a:ext uri="{FF2B5EF4-FFF2-40B4-BE49-F238E27FC236}">
                  <a16:creationId xmlns:a16="http://schemas.microsoft.com/office/drawing/2014/main" id="{C11453E4-2F4F-F056-8D90-1A69C5B6475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B3D5E3A2-F58A-D819-E233-0C517126AC7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339618D-B47D-CB8E-E360-D1AA384B5F49}"/>
              </a:ext>
            </a:extLst>
          </p:cNvPr>
          <p:cNvGrpSpPr/>
          <p:nvPr/>
        </p:nvGrpSpPr>
        <p:grpSpPr>
          <a:xfrm rot="5400000" flipH="1">
            <a:off x="6030074" y="2089294"/>
            <a:ext cx="230832" cy="251992"/>
            <a:chOff x="4437623" y="2066810"/>
            <a:chExt cx="230832" cy="251992"/>
          </a:xfrm>
        </p:grpSpPr>
        <p:sp>
          <p:nvSpPr>
            <p:cNvPr id="30" name="눈물 방울 29">
              <a:extLst>
                <a:ext uri="{FF2B5EF4-FFF2-40B4-BE49-F238E27FC236}">
                  <a16:creationId xmlns:a16="http://schemas.microsoft.com/office/drawing/2014/main" id="{6F180D71-62BC-A405-3184-C6D1B37858B7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8CBFFE0-87FF-260C-F349-6B25D2418A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58E43D4-BBB0-C726-C12E-58C25B3976E8}"/>
              </a:ext>
            </a:extLst>
          </p:cNvPr>
          <p:cNvGrpSpPr/>
          <p:nvPr/>
        </p:nvGrpSpPr>
        <p:grpSpPr>
          <a:xfrm rot="5400000">
            <a:off x="5489775" y="2383983"/>
            <a:ext cx="230832" cy="333746"/>
            <a:chOff x="6369090" y="6065244"/>
            <a:chExt cx="230832" cy="333746"/>
          </a:xfrm>
        </p:grpSpPr>
        <p:sp>
          <p:nvSpPr>
            <p:cNvPr id="33" name="눈물 방울 32">
              <a:extLst>
                <a:ext uri="{FF2B5EF4-FFF2-40B4-BE49-F238E27FC236}">
                  <a16:creationId xmlns:a16="http://schemas.microsoft.com/office/drawing/2014/main" id="{AFBFDFAB-E6A6-FBE2-4C63-B2350BCCD33A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2C55A8-D7E7-876B-7AFC-A9C62995B951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148744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pPr algn="ctr"/>
            <a:r>
              <a:rPr lang="en-US" altLang="ko-KR" sz="4000" b="1">
                <a:latin typeface="+mn-ea"/>
                <a:ea typeface="+mn-ea"/>
              </a:rPr>
              <a:t>IB </a:t>
            </a:r>
            <a:r>
              <a:rPr lang="ko-KR" altLang="en-US" sz="4000" b="1">
                <a:latin typeface="+mn-ea"/>
                <a:ea typeface="+mn-ea"/>
              </a:rPr>
              <a:t>대주제 관리</a:t>
            </a:r>
            <a:endParaRPr lang="ko-KR" altLang="en-US" sz="4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026201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459135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대주제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대주제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811723"/>
              </p:ext>
            </p:extLst>
          </p:nvPr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대주제명을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65337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IB </a:t>
            </a: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대주제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IB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대주제 관리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247310"/>
              </p:ext>
            </p:extLst>
          </p:nvPr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나 그리고 우리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우리가 살아가는 세상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나를 표현하는 방법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세상을 움직이는 방법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생각을 정리하기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우리가 살고있는 지구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6765044"/>
              </p:ext>
            </p:extLst>
          </p:nvPr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대주제명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070608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583037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대주제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대주제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65337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IB </a:t>
            </a: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대주제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IB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대주제 관리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나 그리고 우리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우리가 살아가는 세상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나를 표현하는 방법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세상을 움직이는 방법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생각을 정리하기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우리가 살고있는 지구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대주제명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35" name="Group 134">
            <a:extLst>
              <a:ext uri="{FF2B5EF4-FFF2-40B4-BE49-F238E27FC236}">
                <a16:creationId xmlns:a16="http://schemas.microsoft.com/office/drawing/2014/main" id="{64D9FFC6-4BCA-7B03-285B-9AF6E566E9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8204553"/>
              </p:ext>
            </p:extLst>
          </p:nvPr>
        </p:nvGraphicFramePr>
        <p:xfrm>
          <a:off x="7562672" y="283032"/>
          <a:ext cx="2307098" cy="26441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대주제명을 입력하기 위한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5047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이름으로 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동일한 이름이 존재합니다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다시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AB5508D4-40AD-D213-C7BB-7FE566D6775E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0" name="모서리가 둥근 직사각형 21">
            <a:extLst>
              <a:ext uri="{FF2B5EF4-FFF2-40B4-BE49-F238E27FC236}">
                <a16:creationId xmlns:a16="http://schemas.microsoft.com/office/drawing/2014/main" id="{84D72899-37DE-E1EE-6269-35DF5CFF0219}"/>
              </a:ext>
            </a:extLst>
          </p:cNvPr>
          <p:cNvSpPr/>
          <p:nvPr/>
        </p:nvSpPr>
        <p:spPr bwMode="auto">
          <a:xfrm>
            <a:off x="42867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B06E927-4087-AFC9-61FC-10EB528769C7}"/>
              </a:ext>
            </a:extLst>
          </p:cNvPr>
          <p:cNvSpPr/>
          <p:nvPr/>
        </p:nvSpPr>
        <p:spPr bwMode="auto">
          <a:xfrm>
            <a:off x="1721957" y="1103031"/>
            <a:ext cx="4431120" cy="148838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5C057D66-CCFA-0774-88D3-E0ACCD4D415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3486" y="1395822"/>
            <a:ext cx="174856" cy="174856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A310783D-C753-7FF7-8B89-56BD0E19D450}"/>
              </a:ext>
            </a:extLst>
          </p:cNvPr>
          <p:cNvSpPr txBox="1"/>
          <p:nvPr/>
        </p:nvSpPr>
        <p:spPr>
          <a:xfrm>
            <a:off x="1855010" y="1303440"/>
            <a:ext cx="1023284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>
                <a:latin typeface="+mn-ea"/>
                <a:ea typeface="+mn-ea"/>
              </a:rPr>
              <a:t>IB </a:t>
            </a:r>
            <a:r>
              <a:rPr lang="ko-KR" altLang="en-US" sz="1400" b="1">
                <a:latin typeface="+mn-ea"/>
                <a:ea typeface="+mn-ea"/>
              </a:rPr>
              <a:t>대주제명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5725598A-3C40-9D56-563C-9C912C6736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2463581"/>
              </p:ext>
            </p:extLst>
          </p:nvPr>
        </p:nvGraphicFramePr>
        <p:xfrm>
          <a:off x="1885135" y="1706503"/>
          <a:ext cx="4103207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276">
                  <a:extLst>
                    <a:ext uri="{9D8B030D-6E8A-4147-A177-3AD203B41FA5}">
                      <a16:colId xmlns:a16="http://schemas.microsoft.com/office/drawing/2014/main" val="2901664444"/>
                    </a:ext>
                  </a:extLst>
                </a:gridCol>
                <a:gridCol w="3131931">
                  <a:extLst>
                    <a:ext uri="{9D8B030D-6E8A-4147-A177-3AD203B41FA5}">
                      <a16:colId xmlns:a16="http://schemas.microsoft.com/office/drawing/2014/main" val="32649443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대주제명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746397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FCCC2C04-0D75-EBD6-B9E8-97A927480AB0}"/>
              </a:ext>
            </a:extLst>
          </p:cNvPr>
          <p:cNvSpPr/>
          <p:nvPr/>
        </p:nvSpPr>
        <p:spPr>
          <a:xfrm>
            <a:off x="5218018" y="2112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6009D45-FE5A-6540-564B-4D5D7EC98B20}"/>
              </a:ext>
            </a:extLst>
          </p:cNvPr>
          <p:cNvSpPr/>
          <p:nvPr/>
        </p:nvSpPr>
        <p:spPr>
          <a:xfrm>
            <a:off x="4328826" y="2112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1E6551F-FD68-F406-94EF-FE740B9B1D52}"/>
              </a:ext>
            </a:extLst>
          </p:cNvPr>
          <p:cNvSpPr txBox="1"/>
          <p:nvPr/>
        </p:nvSpPr>
        <p:spPr>
          <a:xfrm>
            <a:off x="2913734" y="1735667"/>
            <a:ext cx="302669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F45A046-26FF-C92A-A706-36458438692A}"/>
              </a:ext>
            </a:extLst>
          </p:cNvPr>
          <p:cNvGrpSpPr/>
          <p:nvPr/>
        </p:nvGrpSpPr>
        <p:grpSpPr>
          <a:xfrm rot="5400000" flipH="1">
            <a:off x="5479304" y="1353583"/>
            <a:ext cx="230832" cy="251992"/>
            <a:chOff x="4437623" y="2066810"/>
            <a:chExt cx="230832" cy="251992"/>
          </a:xfrm>
        </p:grpSpPr>
        <p:sp>
          <p:nvSpPr>
            <p:cNvPr id="49" name="눈물 방울 48">
              <a:extLst>
                <a:ext uri="{FF2B5EF4-FFF2-40B4-BE49-F238E27FC236}">
                  <a16:creationId xmlns:a16="http://schemas.microsoft.com/office/drawing/2014/main" id="{33C1C01E-8342-9C7B-C627-2222D7CCE11F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9C15E049-78D1-52BC-F080-7F4AC6C6FA5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96E6C8EB-D919-01BE-DFDF-6E2C9FB9DD36}"/>
              </a:ext>
            </a:extLst>
          </p:cNvPr>
          <p:cNvGrpSpPr/>
          <p:nvPr/>
        </p:nvGrpSpPr>
        <p:grpSpPr>
          <a:xfrm rot="5400000" flipH="1">
            <a:off x="4055595" y="2103614"/>
            <a:ext cx="230832" cy="251992"/>
            <a:chOff x="4437623" y="2066810"/>
            <a:chExt cx="230832" cy="251992"/>
          </a:xfrm>
        </p:grpSpPr>
        <p:sp>
          <p:nvSpPr>
            <p:cNvPr id="52" name="눈물 방울 51">
              <a:extLst>
                <a:ext uri="{FF2B5EF4-FFF2-40B4-BE49-F238E27FC236}">
                  <a16:creationId xmlns:a16="http://schemas.microsoft.com/office/drawing/2014/main" id="{31A352C9-D1B4-9500-6459-EFFCD9DA78C5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ECB222AD-6C1F-E6EE-94C0-3AE9D2759DB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5D9624F0-EDEF-0B30-1140-3B8F2F046BAB}"/>
              </a:ext>
            </a:extLst>
          </p:cNvPr>
          <p:cNvGrpSpPr/>
          <p:nvPr/>
        </p:nvGrpSpPr>
        <p:grpSpPr>
          <a:xfrm rot="5400000" flipH="1">
            <a:off x="6030074" y="2089294"/>
            <a:ext cx="230832" cy="251992"/>
            <a:chOff x="4437623" y="2066810"/>
            <a:chExt cx="230832" cy="251992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E52CC304-B2E9-0839-1548-417F20F8D778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620FE91-5BA0-450B-0E11-3A4150E41E8B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97B90DD-7C9C-BBFD-9EC7-FE8610113758}"/>
              </a:ext>
            </a:extLst>
          </p:cNvPr>
          <p:cNvGrpSpPr/>
          <p:nvPr/>
        </p:nvGrpSpPr>
        <p:grpSpPr>
          <a:xfrm rot="5400000">
            <a:off x="5489775" y="2383983"/>
            <a:ext cx="230832" cy="333746"/>
            <a:chOff x="6369090" y="6065244"/>
            <a:chExt cx="230832" cy="333746"/>
          </a:xfrm>
        </p:grpSpPr>
        <p:sp>
          <p:nvSpPr>
            <p:cNvPr id="62" name="눈물 방울 61">
              <a:extLst>
                <a:ext uri="{FF2B5EF4-FFF2-40B4-BE49-F238E27FC236}">
                  <a16:creationId xmlns:a16="http://schemas.microsoft.com/office/drawing/2014/main" id="{D12D6F89-BB44-D8FA-93FD-8EA736C0F5EA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5C23F7BD-5ACD-3CFB-464A-DDBBAB873EE7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637367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pPr algn="ctr"/>
            <a:r>
              <a:rPr lang="en-US" altLang="ko-KR" sz="4000" b="1">
                <a:latin typeface="+mn-ea"/>
                <a:ea typeface="+mn-ea"/>
              </a:rPr>
              <a:t>IB </a:t>
            </a:r>
            <a:r>
              <a:rPr lang="ko-KR" altLang="en-US" sz="4000" b="1">
                <a:latin typeface="+mn-ea"/>
                <a:ea typeface="+mn-ea"/>
              </a:rPr>
              <a:t>소주제 관리</a:t>
            </a:r>
            <a:endParaRPr lang="ko-KR" altLang="en-US" sz="4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6139931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43080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소주제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소주제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1331230"/>
              </p:ext>
            </p:extLst>
          </p:nvPr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소주제명을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65337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IB </a:t>
            </a: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대주제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IB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소주제 관리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5928715"/>
              </p:ext>
            </p:extLst>
          </p:nvPr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소주제명을 표시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대주제명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244251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988275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소주제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IB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소주제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소주제명을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1265337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IB </a:t>
            </a: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소주제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IB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소주제 관리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IB 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소주제명을 표시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소주제명을 표시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989578"/>
              </p:ext>
            </p:extLst>
          </p:nvPr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소주제명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6" name="Group 134">
            <a:extLst>
              <a:ext uri="{FF2B5EF4-FFF2-40B4-BE49-F238E27FC236}">
                <a16:creationId xmlns:a16="http://schemas.microsoft.com/office/drawing/2014/main" id="{DA27A34A-FFB1-41A1-81BA-6DF0DD19B9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225615"/>
              </p:ext>
            </p:extLst>
          </p:nvPr>
        </p:nvGraphicFramePr>
        <p:xfrm>
          <a:off x="7562672" y="283032"/>
          <a:ext cx="2307098" cy="26441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소주제명을 입력하기 위한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5047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이름으로 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동일한 이름이 존재합니다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다시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3996973-5C81-8B0B-857D-50E5E71026A5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9" name="모서리가 둥근 직사각형 21">
            <a:extLst>
              <a:ext uri="{FF2B5EF4-FFF2-40B4-BE49-F238E27FC236}">
                <a16:creationId xmlns:a16="http://schemas.microsoft.com/office/drawing/2014/main" id="{405AF5EE-D774-16AA-8562-B02A4B0170DA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2DB6D4E-B2CE-0FB8-73E5-2DA6211E020B}"/>
              </a:ext>
            </a:extLst>
          </p:cNvPr>
          <p:cNvSpPr/>
          <p:nvPr/>
        </p:nvSpPr>
        <p:spPr bwMode="auto">
          <a:xfrm>
            <a:off x="1721957" y="1103031"/>
            <a:ext cx="4431120" cy="148838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9B601B2C-E8AC-39A1-724C-F37E8FA28AB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3486" y="1395822"/>
            <a:ext cx="174856" cy="174856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58946415-E23E-EB6A-8ACF-2ED53669F5F2}"/>
              </a:ext>
            </a:extLst>
          </p:cNvPr>
          <p:cNvSpPr txBox="1"/>
          <p:nvPr/>
        </p:nvSpPr>
        <p:spPr>
          <a:xfrm>
            <a:off x="1855010" y="1303440"/>
            <a:ext cx="1023284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400" b="1">
                <a:latin typeface="+mn-ea"/>
                <a:ea typeface="+mn-ea"/>
              </a:rPr>
              <a:t>IB </a:t>
            </a:r>
            <a:r>
              <a:rPr lang="ko-KR" altLang="en-US" sz="1400" b="1">
                <a:latin typeface="+mn-ea"/>
                <a:ea typeface="+mn-ea"/>
              </a:rPr>
              <a:t>소주제명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70C3C69B-ABF7-ED56-B29C-992DA769B8A1}"/>
              </a:ext>
            </a:extLst>
          </p:cNvPr>
          <p:cNvGraphicFramePr>
            <a:graphicFrameLocks noGrp="1"/>
          </p:cNvGraphicFramePr>
          <p:nvPr/>
        </p:nvGraphicFramePr>
        <p:xfrm>
          <a:off x="1885135" y="1706503"/>
          <a:ext cx="4103207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276">
                  <a:extLst>
                    <a:ext uri="{9D8B030D-6E8A-4147-A177-3AD203B41FA5}">
                      <a16:colId xmlns:a16="http://schemas.microsoft.com/office/drawing/2014/main" val="2901664444"/>
                    </a:ext>
                  </a:extLst>
                </a:gridCol>
                <a:gridCol w="3131931">
                  <a:extLst>
                    <a:ext uri="{9D8B030D-6E8A-4147-A177-3AD203B41FA5}">
                      <a16:colId xmlns:a16="http://schemas.microsoft.com/office/drawing/2014/main" val="32649443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IB 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대주제명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746397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4AA0C47B-4800-BFD4-299F-8ACEEA7D1CB5}"/>
              </a:ext>
            </a:extLst>
          </p:cNvPr>
          <p:cNvSpPr/>
          <p:nvPr/>
        </p:nvSpPr>
        <p:spPr>
          <a:xfrm>
            <a:off x="5218018" y="2112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D0E218-B8E5-3CA3-1D68-A07AF67932AF}"/>
              </a:ext>
            </a:extLst>
          </p:cNvPr>
          <p:cNvSpPr/>
          <p:nvPr/>
        </p:nvSpPr>
        <p:spPr>
          <a:xfrm>
            <a:off x="4328826" y="2112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1DC34BF-4480-DDCB-F87E-5C35800BFAFB}"/>
              </a:ext>
            </a:extLst>
          </p:cNvPr>
          <p:cNvSpPr txBox="1"/>
          <p:nvPr/>
        </p:nvSpPr>
        <p:spPr>
          <a:xfrm>
            <a:off x="2913734" y="1735667"/>
            <a:ext cx="302669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C2690D8C-9D7F-EB31-AAC9-57772C80EA18}"/>
              </a:ext>
            </a:extLst>
          </p:cNvPr>
          <p:cNvGrpSpPr/>
          <p:nvPr/>
        </p:nvGrpSpPr>
        <p:grpSpPr>
          <a:xfrm rot="5400000" flipH="1">
            <a:off x="5479304" y="1353583"/>
            <a:ext cx="230832" cy="251992"/>
            <a:chOff x="4437623" y="2066810"/>
            <a:chExt cx="230832" cy="251992"/>
          </a:xfrm>
        </p:grpSpPr>
        <p:sp>
          <p:nvSpPr>
            <p:cNvPr id="29" name="눈물 방울 28">
              <a:extLst>
                <a:ext uri="{FF2B5EF4-FFF2-40B4-BE49-F238E27FC236}">
                  <a16:creationId xmlns:a16="http://schemas.microsoft.com/office/drawing/2014/main" id="{0498618C-A09C-17BE-447F-51182049FF5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FB4CC1C-82F9-CACB-1E8B-24FDFA3C14C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3824A0A0-A34F-ADD4-2B81-92A02B269323}"/>
              </a:ext>
            </a:extLst>
          </p:cNvPr>
          <p:cNvGrpSpPr/>
          <p:nvPr/>
        </p:nvGrpSpPr>
        <p:grpSpPr>
          <a:xfrm rot="5400000" flipH="1">
            <a:off x="4055595" y="2103614"/>
            <a:ext cx="230832" cy="251992"/>
            <a:chOff x="4437623" y="2066810"/>
            <a:chExt cx="230832" cy="251992"/>
          </a:xfrm>
        </p:grpSpPr>
        <p:sp>
          <p:nvSpPr>
            <p:cNvPr id="32" name="눈물 방울 31">
              <a:extLst>
                <a:ext uri="{FF2B5EF4-FFF2-40B4-BE49-F238E27FC236}">
                  <a16:creationId xmlns:a16="http://schemas.microsoft.com/office/drawing/2014/main" id="{8B86570B-3148-95DD-3276-C366962FA579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DD71DC-116C-AE72-D7F6-B3A212F00398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985E051-E4A3-A22A-C6DF-BA55E016A758}"/>
              </a:ext>
            </a:extLst>
          </p:cNvPr>
          <p:cNvGrpSpPr/>
          <p:nvPr/>
        </p:nvGrpSpPr>
        <p:grpSpPr>
          <a:xfrm rot="5400000" flipH="1">
            <a:off x="6030074" y="2089294"/>
            <a:ext cx="230832" cy="251992"/>
            <a:chOff x="4437623" y="2066810"/>
            <a:chExt cx="230832" cy="251992"/>
          </a:xfrm>
        </p:grpSpPr>
        <p:sp>
          <p:nvSpPr>
            <p:cNvPr id="35" name="눈물 방울 34">
              <a:extLst>
                <a:ext uri="{FF2B5EF4-FFF2-40B4-BE49-F238E27FC236}">
                  <a16:creationId xmlns:a16="http://schemas.microsoft.com/office/drawing/2014/main" id="{27501A8F-706A-9ABA-9732-8777B1C3C5A2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78468A8E-4BB3-7DA7-0C5C-804962AB1B1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80F4E396-5F45-2830-B15D-EE1D7DC2F4A7}"/>
              </a:ext>
            </a:extLst>
          </p:cNvPr>
          <p:cNvGrpSpPr/>
          <p:nvPr/>
        </p:nvGrpSpPr>
        <p:grpSpPr>
          <a:xfrm rot="5400000">
            <a:off x="5489775" y="2383983"/>
            <a:ext cx="230832" cy="333746"/>
            <a:chOff x="6369090" y="6065244"/>
            <a:chExt cx="230832" cy="333746"/>
          </a:xfrm>
        </p:grpSpPr>
        <p:sp>
          <p:nvSpPr>
            <p:cNvPr id="38" name="눈물 방울 37">
              <a:extLst>
                <a:ext uri="{FF2B5EF4-FFF2-40B4-BE49-F238E27FC236}">
                  <a16:creationId xmlns:a16="http://schemas.microsoft.com/office/drawing/2014/main" id="{018B240E-CF87-1262-0D33-316CAF526794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309BC27-1D37-FDBE-3B91-CC337F18C3E7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115350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pPr algn="ctr"/>
            <a:r>
              <a:rPr lang="ko-KR" altLang="en-US" sz="4000" b="1">
                <a:latin typeface="+mn-ea"/>
                <a:ea typeface="+mn-ea"/>
              </a:rPr>
              <a:t>작가 관리</a:t>
            </a:r>
            <a:endParaRPr lang="ko-KR" altLang="en-US" sz="4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704922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157352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작가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작가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097670"/>
              </p:ext>
            </p:extLst>
          </p:nvPr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작가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작가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493741"/>
              </p:ext>
            </p:extLst>
          </p:nvPr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이미도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조선진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나의한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나의주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9565772"/>
              </p:ext>
            </p:extLst>
          </p:nvPr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작가명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01728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5065566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작가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작가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/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작가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작가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작가명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이미도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조선진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나의한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나길동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나의주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작가명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2807B8E-B426-2117-1DEE-18BB4BD13E0E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1" name="Group 134">
            <a:extLst>
              <a:ext uri="{FF2B5EF4-FFF2-40B4-BE49-F238E27FC236}">
                <a16:creationId xmlns:a16="http://schemas.microsoft.com/office/drawing/2014/main" id="{A64BF177-F48E-6262-1D28-3552772B5C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927673"/>
              </p:ext>
            </p:extLst>
          </p:nvPr>
        </p:nvGraphicFramePr>
        <p:xfrm>
          <a:off x="7562672" y="283032"/>
          <a:ext cx="2307098" cy="26441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IB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작가명을 입력하기 위한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5047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이름으로 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동일한 이름이 존재합니다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다시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DEE8C026-0967-7A86-970A-C4E385B495C7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3" name="모서리가 둥근 직사각형 21">
            <a:extLst>
              <a:ext uri="{FF2B5EF4-FFF2-40B4-BE49-F238E27FC236}">
                <a16:creationId xmlns:a16="http://schemas.microsoft.com/office/drawing/2014/main" id="{B7EC826B-B97F-CD29-35B9-0BDCB2D27081}"/>
              </a:ext>
            </a:extLst>
          </p:cNvPr>
          <p:cNvSpPr/>
          <p:nvPr/>
        </p:nvSpPr>
        <p:spPr bwMode="auto">
          <a:xfrm>
            <a:off x="42867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BE765A6-F5F6-10CD-CE1B-7F387CB7DFD3}"/>
              </a:ext>
            </a:extLst>
          </p:cNvPr>
          <p:cNvSpPr/>
          <p:nvPr/>
        </p:nvSpPr>
        <p:spPr bwMode="auto">
          <a:xfrm>
            <a:off x="1721957" y="1103031"/>
            <a:ext cx="4431120" cy="148838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673BE91A-B4A9-1697-980D-88AEA10A1A1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3486" y="1395822"/>
            <a:ext cx="174856" cy="174856"/>
          </a:xfrm>
          <a:prstGeom prst="rect">
            <a:avLst/>
          </a:prstGeom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4807B7A3-A5E0-BA4D-8620-629CAEA084BC}"/>
              </a:ext>
            </a:extLst>
          </p:cNvPr>
          <p:cNvSpPr txBox="1"/>
          <p:nvPr/>
        </p:nvSpPr>
        <p:spPr>
          <a:xfrm>
            <a:off x="1855010" y="1303440"/>
            <a:ext cx="61131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작가명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E22F464-1901-5D9A-CC42-78291A8D2E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6285625"/>
              </p:ext>
            </p:extLst>
          </p:nvPr>
        </p:nvGraphicFramePr>
        <p:xfrm>
          <a:off x="1885135" y="1706503"/>
          <a:ext cx="4103207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276">
                  <a:extLst>
                    <a:ext uri="{9D8B030D-6E8A-4147-A177-3AD203B41FA5}">
                      <a16:colId xmlns:a16="http://schemas.microsoft.com/office/drawing/2014/main" val="2901664444"/>
                    </a:ext>
                  </a:extLst>
                </a:gridCol>
                <a:gridCol w="3131931">
                  <a:extLst>
                    <a:ext uri="{9D8B030D-6E8A-4147-A177-3AD203B41FA5}">
                      <a16:colId xmlns:a16="http://schemas.microsoft.com/office/drawing/2014/main" val="32649443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작가명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746397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id="{62D90C17-08BB-FE59-01D8-55E6BFBC60D2}"/>
              </a:ext>
            </a:extLst>
          </p:cNvPr>
          <p:cNvSpPr/>
          <p:nvPr/>
        </p:nvSpPr>
        <p:spPr>
          <a:xfrm>
            <a:off x="5218018" y="2112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8EF40CE-3172-59DC-4E52-06F0D2B2F337}"/>
              </a:ext>
            </a:extLst>
          </p:cNvPr>
          <p:cNvSpPr/>
          <p:nvPr/>
        </p:nvSpPr>
        <p:spPr>
          <a:xfrm>
            <a:off x="4328826" y="2112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BCE9671-0B58-8F8D-3D4A-A9AF0215BCF8}"/>
              </a:ext>
            </a:extLst>
          </p:cNvPr>
          <p:cNvSpPr txBox="1"/>
          <p:nvPr/>
        </p:nvSpPr>
        <p:spPr>
          <a:xfrm>
            <a:off x="2913734" y="1735667"/>
            <a:ext cx="302669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6F62FEF-5644-B6DC-2DBC-CD5C8BF8010E}"/>
              </a:ext>
            </a:extLst>
          </p:cNvPr>
          <p:cNvGrpSpPr/>
          <p:nvPr/>
        </p:nvGrpSpPr>
        <p:grpSpPr>
          <a:xfrm rot="5400000" flipH="1">
            <a:off x="5479304" y="1353583"/>
            <a:ext cx="230832" cy="251992"/>
            <a:chOff x="4437623" y="2066810"/>
            <a:chExt cx="230832" cy="251992"/>
          </a:xfrm>
        </p:grpSpPr>
        <p:sp>
          <p:nvSpPr>
            <p:cNvPr id="33" name="눈물 방울 32">
              <a:extLst>
                <a:ext uri="{FF2B5EF4-FFF2-40B4-BE49-F238E27FC236}">
                  <a16:creationId xmlns:a16="http://schemas.microsoft.com/office/drawing/2014/main" id="{DB69AA6B-B4EC-03A3-685D-18E6FBED5BAE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63A032-E068-8205-D4A9-8BF4417C905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F6B0087-D801-6237-974D-E9835C06C1DC}"/>
              </a:ext>
            </a:extLst>
          </p:cNvPr>
          <p:cNvGrpSpPr/>
          <p:nvPr/>
        </p:nvGrpSpPr>
        <p:grpSpPr>
          <a:xfrm rot="5400000" flipH="1">
            <a:off x="4055595" y="2103614"/>
            <a:ext cx="230832" cy="251992"/>
            <a:chOff x="4437623" y="2066810"/>
            <a:chExt cx="230832" cy="251992"/>
          </a:xfrm>
        </p:grpSpPr>
        <p:sp>
          <p:nvSpPr>
            <p:cNvPr id="36" name="눈물 방울 35">
              <a:extLst>
                <a:ext uri="{FF2B5EF4-FFF2-40B4-BE49-F238E27FC236}">
                  <a16:creationId xmlns:a16="http://schemas.microsoft.com/office/drawing/2014/main" id="{32E35412-0786-2F61-E214-00915EE95C2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07FAFB9A-5CFD-1979-2FAB-F4055AF95D9C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93F5847-7616-1B77-8363-AC39D87447F8}"/>
              </a:ext>
            </a:extLst>
          </p:cNvPr>
          <p:cNvGrpSpPr/>
          <p:nvPr/>
        </p:nvGrpSpPr>
        <p:grpSpPr>
          <a:xfrm rot="5400000" flipH="1">
            <a:off x="6030074" y="2089294"/>
            <a:ext cx="230832" cy="251992"/>
            <a:chOff x="4437623" y="2066810"/>
            <a:chExt cx="230832" cy="251992"/>
          </a:xfrm>
        </p:grpSpPr>
        <p:sp>
          <p:nvSpPr>
            <p:cNvPr id="39" name="눈물 방울 38">
              <a:extLst>
                <a:ext uri="{FF2B5EF4-FFF2-40B4-BE49-F238E27FC236}">
                  <a16:creationId xmlns:a16="http://schemas.microsoft.com/office/drawing/2014/main" id="{57BDA95F-BC8E-89BE-B7BD-3427CC536D46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5DD83464-7CD0-30D6-B1BF-1906A86E9F01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CD61ADF1-46C0-6C1F-A337-5DC197BFF4DE}"/>
              </a:ext>
            </a:extLst>
          </p:cNvPr>
          <p:cNvGrpSpPr/>
          <p:nvPr/>
        </p:nvGrpSpPr>
        <p:grpSpPr>
          <a:xfrm rot="5400000">
            <a:off x="5489775" y="2383983"/>
            <a:ext cx="230832" cy="333746"/>
            <a:chOff x="6369090" y="6065244"/>
            <a:chExt cx="230832" cy="333746"/>
          </a:xfrm>
        </p:grpSpPr>
        <p:sp>
          <p:nvSpPr>
            <p:cNvPr id="42" name="눈물 방울 41">
              <a:extLst>
                <a:ext uri="{FF2B5EF4-FFF2-40B4-BE49-F238E27FC236}">
                  <a16:creationId xmlns:a16="http://schemas.microsoft.com/office/drawing/2014/main" id="{456C9825-461C-6267-C27C-A944F124C358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D3149DC-B169-ED11-46A5-5FD9E3C51E2E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954183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10175" y="2435459"/>
            <a:ext cx="7885651" cy="1365832"/>
          </a:xfrm>
        </p:spPr>
        <p:txBody>
          <a:bodyPr/>
          <a:lstStyle/>
          <a:p>
            <a:pPr algn="ctr"/>
            <a:r>
              <a:rPr lang="ko-KR" altLang="en-US" sz="4000" b="1">
                <a:latin typeface="+mn-ea"/>
                <a:ea typeface="+mn-ea"/>
              </a:rPr>
              <a:t>장르 관리</a:t>
            </a:r>
            <a:endParaRPr lang="ko-KR" altLang="en-US" sz="4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79569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8185881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장르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장르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4" name="Group 134">
            <a:extLst>
              <a:ext uri="{FF2B5EF4-FFF2-40B4-BE49-F238E27FC236}">
                <a16:creationId xmlns:a16="http://schemas.microsoft.com/office/drawing/2014/main" id="{4C30B3EE-87A2-AF39-B345-B781F9012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552973"/>
              </p:ext>
            </p:extLst>
          </p:nvPr>
        </p:nvGraphicFramePr>
        <p:xfrm>
          <a:off x="7562672" y="283032"/>
          <a:ext cx="2307098" cy="1747797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목록 디폴트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등록된 항목을 노출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정렬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등록일을 최신으로 내림차순 정렬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1a)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장르명을 누르면 팝업으로 수정화면으로 이동</a:t>
                      </a:r>
                      <a:endParaRPr kumimoji="0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선택 시 등록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수정 팝업으로 연결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장르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장르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5267342"/>
              </p:ext>
            </p:extLst>
          </p:nvPr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창의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감성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명작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예술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여행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763522"/>
              </p:ext>
            </p:extLst>
          </p:nvPr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장르명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D82A2FA-48C1-81DB-8676-3DFF9F0DA9DA}"/>
              </a:ext>
            </a:extLst>
          </p:cNvPr>
          <p:cNvGrpSpPr/>
          <p:nvPr/>
        </p:nvGrpSpPr>
        <p:grpSpPr>
          <a:xfrm rot="5400000" flipH="1">
            <a:off x="6396747" y="4100551"/>
            <a:ext cx="230832" cy="251992"/>
            <a:chOff x="4437623" y="2066810"/>
            <a:chExt cx="230832" cy="251992"/>
          </a:xfrm>
        </p:grpSpPr>
        <p:sp>
          <p:nvSpPr>
            <p:cNvPr id="24" name="눈물 방울 23">
              <a:extLst>
                <a:ext uri="{FF2B5EF4-FFF2-40B4-BE49-F238E27FC236}">
                  <a16:creationId xmlns:a16="http://schemas.microsoft.com/office/drawing/2014/main" id="{09350BCF-A877-400A-6F7B-3D099085A9E3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AA88D51-6EE0-B4B4-7202-756E54056BB2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662988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Group 47">
            <a:extLst>
              <a:ext uri="{FF2B5EF4-FFF2-40B4-BE49-F238E27FC236}">
                <a16:creationId xmlns:a16="http://schemas.microsoft.com/office/drawing/2014/main" id="{49EC7273-9CD6-F848-954E-04CE76A9A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3035620"/>
              </p:ext>
            </p:extLst>
          </p:nvPr>
        </p:nvGraphicFramePr>
        <p:xfrm>
          <a:off x="42868" y="44625"/>
          <a:ext cx="9826901" cy="238407"/>
        </p:xfrm>
        <a:graphic>
          <a:graphicData uri="http://schemas.openxmlformats.org/drawingml/2006/table">
            <a:tbl>
              <a:tblPr/>
              <a:tblGrid>
                <a:gridCol w="85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4749">
                  <a:extLst>
                    <a:ext uri="{9D8B030D-6E8A-4147-A177-3AD203B41FA5}">
                      <a16:colId xmlns:a16="http://schemas.microsoft.com/office/drawing/2014/main" val="1298112088"/>
                    </a:ext>
                  </a:extLst>
                </a:gridCol>
                <a:gridCol w="624283">
                  <a:extLst>
                    <a:ext uri="{9D8B030D-6E8A-4147-A177-3AD203B41FA5}">
                      <a16:colId xmlns:a16="http://schemas.microsoft.com/office/drawing/2014/main" val="3398809163"/>
                    </a:ext>
                  </a:extLst>
                </a:gridCol>
                <a:gridCol w="3859085">
                  <a:extLst>
                    <a:ext uri="{9D8B030D-6E8A-4147-A177-3AD203B41FA5}">
                      <a16:colId xmlns:a16="http://schemas.microsoft.com/office/drawing/2014/main" val="4266263317"/>
                    </a:ext>
                  </a:extLst>
                </a:gridCol>
                <a:gridCol w="4751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332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4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장르 관리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도서정보 관리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장르 관리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39599" marR="39599" marT="18001" marB="18001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A5FA35B-821C-5A01-6D2E-D2996B8120ED}"/>
              </a:ext>
            </a:extLst>
          </p:cNvPr>
          <p:cNvSpPr txBox="1"/>
          <p:nvPr/>
        </p:nvSpPr>
        <p:spPr>
          <a:xfrm>
            <a:off x="309940" y="593725"/>
            <a:ext cx="853366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장르 관리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F2469B-E56A-6B8F-81DC-AF27A4341D75}"/>
              </a:ext>
            </a:extLst>
          </p:cNvPr>
          <p:cNvSpPr txBox="1"/>
          <p:nvPr/>
        </p:nvSpPr>
        <p:spPr>
          <a:xfrm>
            <a:off x="5269565" y="639891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도서정보 관리 </a:t>
            </a:r>
            <a:r>
              <a:rPr lang="en-US" altLang="ko-KR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장르 관리</a:t>
            </a:r>
            <a:endParaRPr kumimoji="1" lang="ko-KR" altLang="en-US" sz="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238579-81AE-C6AF-DB35-01C199506D89}"/>
              </a:ext>
            </a:extLst>
          </p:cNvPr>
          <p:cNvGraphicFramePr>
            <a:graphicFrameLocks noGrp="1"/>
          </p:cNvGraphicFramePr>
          <p:nvPr/>
        </p:nvGraphicFramePr>
        <p:xfrm>
          <a:off x="307973" y="1794881"/>
          <a:ext cx="7093604" cy="221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2933">
                  <a:extLst>
                    <a:ext uri="{9D8B030D-6E8A-4147-A177-3AD203B41FA5}">
                      <a16:colId xmlns:a16="http://schemas.microsoft.com/office/drawing/2014/main" val="2266046246"/>
                    </a:ext>
                  </a:extLst>
                </a:gridCol>
                <a:gridCol w="4521737">
                  <a:extLst>
                    <a:ext uri="{9D8B030D-6E8A-4147-A177-3AD203B41FA5}">
                      <a16:colId xmlns:a16="http://schemas.microsoft.com/office/drawing/2014/main" val="3075971237"/>
                    </a:ext>
                  </a:extLst>
                </a:gridCol>
                <a:gridCol w="1928934">
                  <a:extLst>
                    <a:ext uri="{9D8B030D-6E8A-4147-A177-3AD203B41FA5}">
                      <a16:colId xmlns:a16="http://schemas.microsoft.com/office/drawing/2014/main" val="3376671212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장르명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40826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23465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spcAft>
                          <a:spcPts val="400"/>
                        </a:spcAft>
                      </a:pPr>
                      <a:r>
                        <a:rPr lang="ko-KR" altLang="en-US" sz="800" u="sng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인물</a:t>
                      </a:r>
                      <a:endParaRPr lang="ko-KR" altLang="en-US" sz="8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46171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창의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048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400"/>
                        </a:spcAft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감성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91179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명작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900354"/>
                  </a:ext>
                </a:extLst>
              </a:tr>
              <a:tr h="252000">
                <a:tc gridSpan="3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76180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예술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00233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여행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4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yyyy.mm.dd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78142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4689FDE-B2E0-7133-36DB-C4A85C8EBE2A}"/>
              </a:ext>
            </a:extLst>
          </p:cNvPr>
          <p:cNvSpPr txBox="1"/>
          <p:nvPr/>
        </p:nvSpPr>
        <p:spPr>
          <a:xfrm>
            <a:off x="311718" y="1557486"/>
            <a:ext cx="2132013" cy="19581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총 </a:t>
            </a:r>
            <a:r>
              <a:rPr kumimoji="1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5" name="표 6">
            <a:extLst>
              <a:ext uri="{FF2B5EF4-FFF2-40B4-BE49-F238E27FC236}">
                <a16:creationId xmlns:a16="http://schemas.microsoft.com/office/drawing/2014/main" id="{FDDABB2F-3EC0-BC74-6CB0-DF606E3AE23F}"/>
              </a:ext>
            </a:extLst>
          </p:cNvPr>
          <p:cNvGraphicFramePr>
            <a:graphicFrameLocks noGrp="1"/>
          </p:cNvGraphicFramePr>
          <p:nvPr/>
        </p:nvGraphicFramePr>
        <p:xfrm>
          <a:off x="307974" y="1058092"/>
          <a:ext cx="7093604" cy="36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16001">
                  <a:extLst>
                    <a:ext uri="{9D8B030D-6E8A-4147-A177-3AD203B41FA5}">
                      <a16:colId xmlns:a16="http://schemas.microsoft.com/office/drawing/2014/main" val="3743823015"/>
                    </a:ext>
                  </a:extLst>
                </a:gridCol>
                <a:gridCol w="6077603">
                  <a:extLst>
                    <a:ext uri="{9D8B030D-6E8A-4147-A177-3AD203B41FA5}">
                      <a16:colId xmlns:a16="http://schemas.microsoft.com/office/drawing/2014/main" val="464132620"/>
                    </a:ext>
                  </a:extLst>
                </a:gridCol>
              </a:tblGrid>
              <a:tr h="367200">
                <a:tc>
                  <a:txBody>
                    <a:bodyPr/>
                    <a:lstStyle/>
                    <a:p>
                      <a:pPr marL="0" marR="0" lvl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장르명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2408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3013DD39-BFA7-D36C-2BFD-F25BCE667884}"/>
              </a:ext>
            </a:extLst>
          </p:cNvPr>
          <p:cNvSpPr/>
          <p:nvPr/>
        </p:nvSpPr>
        <p:spPr>
          <a:xfrm>
            <a:off x="6335571" y="1093824"/>
            <a:ext cx="900000" cy="252000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latinLnBrk="0"/>
            <a:r>
              <a:rPr lang="ko-KR" altLang="en-US" sz="900" dirty="0">
                <a:solidFill>
                  <a:schemeClr val="bg1"/>
                </a:solidFill>
                <a:latin typeface="+mn-ea"/>
              </a:rPr>
              <a:t>조회</a:t>
            </a:r>
          </a:p>
        </p:txBody>
      </p:sp>
      <p:sp>
        <p:nvSpPr>
          <p:cNvPr id="96" name="L 도형 95">
            <a:extLst>
              <a:ext uri="{FF2B5EF4-FFF2-40B4-BE49-F238E27FC236}">
                <a16:creationId xmlns:a16="http://schemas.microsoft.com/office/drawing/2014/main" id="{5151B1C8-4D6D-6160-B5EB-8CFD64A34B24}"/>
              </a:ext>
            </a:extLst>
          </p:cNvPr>
          <p:cNvSpPr/>
          <p:nvPr/>
        </p:nvSpPr>
        <p:spPr bwMode="auto">
          <a:xfrm rot="2700000">
            <a:off x="2897695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L 도형 96">
            <a:extLst>
              <a:ext uri="{FF2B5EF4-FFF2-40B4-BE49-F238E27FC236}">
                <a16:creationId xmlns:a16="http://schemas.microsoft.com/office/drawing/2014/main" id="{89A76583-F42B-4735-3FC6-A4ADE3397765}"/>
              </a:ext>
            </a:extLst>
          </p:cNvPr>
          <p:cNvSpPr/>
          <p:nvPr/>
        </p:nvSpPr>
        <p:spPr bwMode="auto">
          <a:xfrm rot="13500000">
            <a:off x="4693312" y="4252241"/>
            <a:ext cx="108000" cy="108000"/>
          </a:xfrm>
          <a:prstGeom prst="corner">
            <a:avLst>
              <a:gd name="adj1" fmla="val 20274"/>
              <a:gd name="adj2" fmla="val 20275"/>
            </a:avLst>
          </a:prstGeom>
          <a:solidFill>
            <a:srgbClr val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71CA11B7-DA5F-3DA0-AD47-74C5CA6167A9}"/>
              </a:ext>
            </a:extLst>
          </p:cNvPr>
          <p:cNvGraphicFramePr>
            <a:graphicFrameLocks noGrp="1"/>
          </p:cNvGraphicFramePr>
          <p:nvPr/>
        </p:nvGraphicFramePr>
        <p:xfrm>
          <a:off x="3109528" y="4181684"/>
          <a:ext cx="1489845" cy="2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9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2B1802A-EA67-6F31-9B65-1EE6E767EC9C}"/>
              </a:ext>
            </a:extLst>
          </p:cNvPr>
          <p:cNvSpPr txBox="1"/>
          <p:nvPr/>
        </p:nvSpPr>
        <p:spPr>
          <a:xfrm>
            <a:off x="3664535" y="3142746"/>
            <a:ext cx="380480" cy="261857"/>
          </a:xfrm>
          <a:prstGeom prst="rect">
            <a:avLst/>
          </a:prstGeom>
          <a:noFill/>
        </p:spPr>
        <p:txBody>
          <a:bodyPr vert="eaVert" wrap="none" lIns="36000" tIns="36000" rIns="36000" bIns="36000" rtlCol="0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  <a:t>…</a:t>
            </a:r>
            <a:endParaRPr lang="ko-KR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DF9EAD-6A8D-CE98-19CE-232D193F6951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B663A7A-8B04-1FCD-C74D-B8C2BD5D5831}"/>
              </a:ext>
            </a:extLst>
          </p:cNvPr>
          <p:cNvGrpSpPr/>
          <p:nvPr/>
        </p:nvGrpSpPr>
        <p:grpSpPr>
          <a:xfrm rot="5400000" flipH="1">
            <a:off x="94721" y="1784301"/>
            <a:ext cx="230832" cy="251992"/>
            <a:chOff x="4437623" y="2066810"/>
            <a:chExt cx="230832" cy="251992"/>
          </a:xfrm>
        </p:grpSpPr>
        <p:sp>
          <p:nvSpPr>
            <p:cNvPr id="16" name="눈물 방울 15">
              <a:extLst>
                <a:ext uri="{FF2B5EF4-FFF2-40B4-BE49-F238E27FC236}">
                  <a16:creationId xmlns:a16="http://schemas.microsoft.com/office/drawing/2014/main" id="{C4BF1A2C-1BF0-2046-B740-2C0A6B747431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F47A54C-C168-9AE3-AF02-4899C1A8A59D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4435B-96B7-F8FD-1569-F84DF40F6F66}"/>
              </a:ext>
            </a:extLst>
          </p:cNvPr>
          <p:cNvGrpSpPr/>
          <p:nvPr/>
        </p:nvGrpSpPr>
        <p:grpSpPr>
          <a:xfrm rot="5400000" flipH="1">
            <a:off x="2993534" y="2028209"/>
            <a:ext cx="230832" cy="314510"/>
            <a:chOff x="4437623" y="2035551"/>
            <a:chExt cx="230832" cy="314510"/>
          </a:xfrm>
        </p:grpSpPr>
        <p:sp>
          <p:nvSpPr>
            <p:cNvPr id="20" name="눈물 방울 19">
              <a:extLst>
                <a:ext uri="{FF2B5EF4-FFF2-40B4-BE49-F238E27FC236}">
                  <a16:creationId xmlns:a16="http://schemas.microsoft.com/office/drawing/2014/main" id="{00B1188F-1BE3-65AE-C830-036D0628AA53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A6B319-5261-F6DA-A575-E68E6FCD7236}"/>
                </a:ext>
              </a:extLst>
            </p:cNvPr>
            <p:cNvSpPr/>
            <p:nvPr/>
          </p:nvSpPr>
          <p:spPr>
            <a:xfrm rot="5400000">
              <a:off x="4395784" y="2077390"/>
              <a:ext cx="314510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234E6-AFF2-C664-3A4B-2561FF7B72A6}"/>
              </a:ext>
            </a:extLst>
          </p:cNvPr>
          <p:cNvSpPr/>
          <p:nvPr/>
        </p:nvSpPr>
        <p:spPr>
          <a:xfrm>
            <a:off x="6638159" y="4117783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16C4E9E-EFF0-3AB6-6BC4-A6E3C4CEF4C4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0363F4D-2AE1-8AE3-85EE-BF70DDD56619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44" name="Group 134">
            <a:extLst>
              <a:ext uri="{FF2B5EF4-FFF2-40B4-BE49-F238E27FC236}">
                <a16:creationId xmlns:a16="http://schemas.microsoft.com/office/drawing/2014/main" id="{8ECDEA58-A993-12CD-F894-1C0169AFD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2616445"/>
              </p:ext>
            </p:extLst>
          </p:nvPr>
        </p:nvGraphicFramePr>
        <p:xfrm>
          <a:off x="7562672" y="283032"/>
          <a:ext cx="2307098" cy="2644164"/>
        </p:xfrm>
        <a:graphic>
          <a:graphicData uri="http://schemas.openxmlformats.org/drawingml/2006/table">
            <a:tbl>
              <a:tblPr/>
              <a:tblGrid>
                <a:gridCol w="226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0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Description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8995968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[X]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버튼 또는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취소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보누르면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별도 알럿없이 팝업 종료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본 페이지에 데이터 미적용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장르명을 입력하기 위한 인풋박스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최대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 이내로 입력 제한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50471"/>
                  </a:ext>
                </a:extLst>
              </a:tr>
              <a:tr h="19860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Alert / Confirm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 미 등록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항목을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indent="-8890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이름으로 입력 후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버튼 클릭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동일한 이름이 존재합니다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다시 입력해 주세요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[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 유지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A2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90539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36000" marB="3600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0E0F0763-D489-88E8-BBFE-A58F4A3F5A94}"/>
              </a:ext>
            </a:extLst>
          </p:cNvPr>
          <p:cNvSpPr txBox="1"/>
          <p:nvPr/>
        </p:nvSpPr>
        <p:spPr>
          <a:xfrm>
            <a:off x="1307666" y="1137559"/>
            <a:ext cx="3600000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6" name="모서리가 둥근 직사각형 21">
            <a:extLst>
              <a:ext uri="{FF2B5EF4-FFF2-40B4-BE49-F238E27FC236}">
                <a16:creationId xmlns:a16="http://schemas.microsoft.com/office/drawing/2014/main" id="{016C07D3-1528-7A09-2C19-16A9867FFC2D}"/>
              </a:ext>
            </a:extLst>
          </p:cNvPr>
          <p:cNvSpPr/>
          <p:nvPr/>
        </p:nvSpPr>
        <p:spPr bwMode="auto">
          <a:xfrm>
            <a:off x="36230" y="285191"/>
            <a:ext cx="7521694" cy="6528184"/>
          </a:xfrm>
          <a:prstGeom prst="roundRect">
            <a:avLst>
              <a:gd name="adj" fmla="val 0"/>
            </a:avLst>
          </a:prstGeom>
          <a:solidFill>
            <a:srgbClr val="000000">
              <a:alpha val="40000"/>
            </a:srgbClr>
          </a:solidFill>
          <a:ln w="6350" cap="flat" cmpd="sng" algn="ctr">
            <a:noFill/>
            <a:prstDash val="solid"/>
            <a:round/>
            <a:headEnd w="med" len="med"/>
            <a:tailEnd w="med" len="med"/>
          </a:ln>
          <a:effectLst/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hangingPunct="1">
              <a:lnSpc>
                <a:spcPct val="100000"/>
              </a:lnSpc>
              <a:buClrTx/>
              <a:buFontTx/>
              <a:buNone/>
            </a:pPr>
            <a:endParaRPr lang="ko-KR" altLang="en-US" sz="1000" i="0" u="none" strike="noStrike" cap="none" normalizeH="0" baseline="0" dirty="0">
              <a:solidFill>
                <a:schemeClr val="bg1">
                  <a:lumMod val="50000"/>
                </a:schemeClr>
              </a:solidFill>
              <a:effectLst/>
              <a:latin typeface="맑은 고딕"/>
              <a:ea typeface="맑은 고딕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C5AB0E3-DA98-1A45-49EC-DDDECF21561C}"/>
              </a:ext>
            </a:extLst>
          </p:cNvPr>
          <p:cNvSpPr/>
          <p:nvPr/>
        </p:nvSpPr>
        <p:spPr bwMode="auto">
          <a:xfrm>
            <a:off x="1721957" y="1103031"/>
            <a:ext cx="4431120" cy="148838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44000" tIns="72000" rIns="144000" bIns="72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i="0" u="none" strike="noStrike" cap="none" normalizeH="0" baseline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8" name="그림 47">
            <a:extLst>
              <a:ext uri="{FF2B5EF4-FFF2-40B4-BE49-F238E27FC236}">
                <a16:creationId xmlns:a16="http://schemas.microsoft.com/office/drawing/2014/main" id="{E0EA58C9-8DBF-235A-DEE1-FF8E4713F72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3486" y="1395822"/>
            <a:ext cx="174856" cy="174856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B12648CD-31DD-354E-BB0B-851BB0450A45}"/>
              </a:ext>
            </a:extLst>
          </p:cNvPr>
          <p:cNvSpPr txBox="1"/>
          <p:nvPr/>
        </p:nvSpPr>
        <p:spPr>
          <a:xfrm>
            <a:off x="1855010" y="1303440"/>
            <a:ext cx="611312" cy="288147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400" b="1">
                <a:latin typeface="+mn-ea"/>
                <a:ea typeface="+mn-ea"/>
              </a:rPr>
              <a:t>장르명</a:t>
            </a:r>
            <a:endParaRPr lang="ko-KR" altLang="en-US" sz="1400" b="1" dirty="0">
              <a:latin typeface="+mn-ea"/>
              <a:ea typeface="+mn-ea"/>
            </a:endParaRP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0B9C1FB7-4B90-2DA8-E543-D31CEFF481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007240"/>
              </p:ext>
            </p:extLst>
          </p:nvPr>
        </p:nvGraphicFramePr>
        <p:xfrm>
          <a:off x="1885135" y="1706503"/>
          <a:ext cx="4103207" cy="2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276">
                  <a:extLst>
                    <a:ext uri="{9D8B030D-6E8A-4147-A177-3AD203B41FA5}">
                      <a16:colId xmlns:a16="http://schemas.microsoft.com/office/drawing/2014/main" val="2901664444"/>
                    </a:ext>
                  </a:extLst>
                </a:gridCol>
                <a:gridCol w="3131931">
                  <a:extLst>
                    <a:ext uri="{9D8B030D-6E8A-4147-A177-3AD203B41FA5}">
                      <a16:colId xmlns:a16="http://schemas.microsoft.com/office/drawing/2014/main" val="32649443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장르명</a:t>
                      </a: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61367" marR="61367" marT="66481" marB="66481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746397"/>
                  </a:ext>
                </a:extLst>
              </a:tr>
            </a:tbl>
          </a:graphicData>
        </a:graphic>
      </p:graphicFrame>
      <p:sp>
        <p:nvSpPr>
          <p:cNvPr id="51" name="직사각형 50">
            <a:extLst>
              <a:ext uri="{FF2B5EF4-FFF2-40B4-BE49-F238E27FC236}">
                <a16:creationId xmlns:a16="http://schemas.microsoft.com/office/drawing/2014/main" id="{BDA7F8CA-AAB9-B166-E7C2-BF0139638AF7}"/>
              </a:ext>
            </a:extLst>
          </p:cNvPr>
          <p:cNvSpPr/>
          <p:nvPr/>
        </p:nvSpPr>
        <p:spPr>
          <a:xfrm>
            <a:off x="5218018" y="2112450"/>
            <a:ext cx="770324" cy="22418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등록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84F18D8-E4FB-B9DC-BCC9-F7A20AC1A306}"/>
              </a:ext>
            </a:extLst>
          </p:cNvPr>
          <p:cNvSpPr/>
          <p:nvPr/>
        </p:nvSpPr>
        <p:spPr>
          <a:xfrm>
            <a:off x="4328826" y="2112450"/>
            <a:ext cx="770324" cy="224180"/>
          </a:xfrm>
          <a:prstGeom prst="rect">
            <a:avLst/>
          </a:prstGeom>
          <a:solidFill>
            <a:schemeClr val="bg1"/>
          </a:solidFill>
          <a:ln w="63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4431" tIns="42216" rIns="84431" bIns="4221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D9B1CD0-7273-F650-B9DD-FDC8C7640CBB}"/>
              </a:ext>
            </a:extLst>
          </p:cNvPr>
          <p:cNvSpPr txBox="1"/>
          <p:nvPr/>
        </p:nvSpPr>
        <p:spPr>
          <a:xfrm>
            <a:off x="2913734" y="1735667"/>
            <a:ext cx="3026692" cy="20826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36000" tIns="36000" rIns="36000" bIns="36000" rtlCol="0" anchor="ctr">
            <a:noAutofit/>
          </a:bodyPr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B7A519AF-5F2C-965D-BA75-DF806D173355}"/>
              </a:ext>
            </a:extLst>
          </p:cNvPr>
          <p:cNvGrpSpPr/>
          <p:nvPr/>
        </p:nvGrpSpPr>
        <p:grpSpPr>
          <a:xfrm rot="5400000" flipH="1">
            <a:off x="5479304" y="1353583"/>
            <a:ext cx="230832" cy="251992"/>
            <a:chOff x="4437623" y="2066810"/>
            <a:chExt cx="230832" cy="251992"/>
          </a:xfrm>
        </p:grpSpPr>
        <p:sp>
          <p:nvSpPr>
            <p:cNvPr id="59" name="눈물 방울 58">
              <a:extLst>
                <a:ext uri="{FF2B5EF4-FFF2-40B4-BE49-F238E27FC236}">
                  <a16:creationId xmlns:a16="http://schemas.microsoft.com/office/drawing/2014/main" id="{32E98529-9099-04C0-440E-A76398B5855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7E8012E-63A2-69E4-4817-B8028B5A1869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071510B3-89A9-8A23-2400-768222EF4F78}"/>
              </a:ext>
            </a:extLst>
          </p:cNvPr>
          <p:cNvGrpSpPr/>
          <p:nvPr/>
        </p:nvGrpSpPr>
        <p:grpSpPr>
          <a:xfrm rot="5400000" flipH="1">
            <a:off x="4055595" y="2103614"/>
            <a:ext cx="230832" cy="251992"/>
            <a:chOff x="4437623" y="2066810"/>
            <a:chExt cx="230832" cy="251992"/>
          </a:xfrm>
        </p:grpSpPr>
        <p:sp>
          <p:nvSpPr>
            <p:cNvPr id="62" name="눈물 방울 61">
              <a:extLst>
                <a:ext uri="{FF2B5EF4-FFF2-40B4-BE49-F238E27FC236}">
                  <a16:creationId xmlns:a16="http://schemas.microsoft.com/office/drawing/2014/main" id="{1FDFA366-EEA7-F4B1-99BF-F6494249C0DC}"/>
                </a:ext>
              </a:extLst>
            </p:cNvPr>
            <p:cNvSpPr/>
            <p:nvPr/>
          </p:nvSpPr>
          <p:spPr>
            <a:xfrm rot="189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D29062-07C6-18F1-5277-BF1172760B3A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7DF8866B-C670-74A4-D9E5-BB6751EBD0E6}"/>
              </a:ext>
            </a:extLst>
          </p:cNvPr>
          <p:cNvGrpSpPr/>
          <p:nvPr/>
        </p:nvGrpSpPr>
        <p:grpSpPr>
          <a:xfrm rot="5400000" flipH="1">
            <a:off x="6030074" y="2089294"/>
            <a:ext cx="230832" cy="251992"/>
            <a:chOff x="4437623" y="2066810"/>
            <a:chExt cx="230832" cy="251992"/>
          </a:xfrm>
        </p:grpSpPr>
        <p:sp>
          <p:nvSpPr>
            <p:cNvPr id="99" name="눈물 방울 98">
              <a:extLst>
                <a:ext uri="{FF2B5EF4-FFF2-40B4-BE49-F238E27FC236}">
                  <a16:creationId xmlns:a16="http://schemas.microsoft.com/office/drawing/2014/main" id="{669D9E91-324E-0902-CFB2-A8FFF5F5D864}"/>
                </a:ext>
              </a:extLst>
            </p:cNvPr>
            <p:cNvSpPr/>
            <p:nvPr/>
          </p:nvSpPr>
          <p:spPr>
            <a:xfrm rot="8100000">
              <a:off x="4462315" y="2104090"/>
              <a:ext cx="180000" cy="180000"/>
            </a:xfrm>
            <a:prstGeom prst="teardrop">
              <a:avLst>
                <a:gd name="adj" fmla="val 101872"/>
              </a:avLst>
            </a:prstGeom>
            <a:solidFill>
              <a:srgbClr val="FFCC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83A38A17-6A89-45E5-E0C5-8661CBA3D6AF}"/>
                </a:ext>
              </a:extLst>
            </p:cNvPr>
            <p:cNvSpPr/>
            <p:nvPr/>
          </p:nvSpPr>
          <p:spPr>
            <a:xfrm rot="5400000">
              <a:off x="4427043" y="2077390"/>
              <a:ext cx="2519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tx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lang="ko-KR" altLang="en-US" sz="900" b="1" dirty="0">
                <a:solidFill>
                  <a:schemeClr val="tx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D5B12808-473C-5A3D-6965-323C33D0B57C}"/>
              </a:ext>
            </a:extLst>
          </p:cNvPr>
          <p:cNvGrpSpPr/>
          <p:nvPr/>
        </p:nvGrpSpPr>
        <p:grpSpPr>
          <a:xfrm rot="5400000">
            <a:off x="5489775" y="2383983"/>
            <a:ext cx="230832" cy="333746"/>
            <a:chOff x="6369090" y="6065244"/>
            <a:chExt cx="230832" cy="333746"/>
          </a:xfrm>
        </p:grpSpPr>
        <p:sp>
          <p:nvSpPr>
            <p:cNvPr id="103" name="눈물 방울 102">
              <a:extLst>
                <a:ext uri="{FF2B5EF4-FFF2-40B4-BE49-F238E27FC236}">
                  <a16:creationId xmlns:a16="http://schemas.microsoft.com/office/drawing/2014/main" id="{D1CFA1A5-3257-6AD2-DF2B-53DFD145F735}"/>
                </a:ext>
              </a:extLst>
            </p:cNvPr>
            <p:cNvSpPr/>
            <p:nvPr/>
          </p:nvSpPr>
          <p:spPr>
            <a:xfrm rot="18900000" flipH="1">
              <a:off x="6394506" y="6142113"/>
              <a:ext cx="180000" cy="180000"/>
            </a:xfrm>
            <a:prstGeom prst="teardrop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round/>
              <a:headEnd w="med" len="med"/>
              <a:tailEnd w="med" len="med"/>
            </a:ln>
            <a:effectLst/>
          </p:spPr>
          <p:txBody>
            <a:bodyPr vert="horz" wrap="square" lIns="144000" tIns="72000" rIns="144000" bIns="72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endParaRPr kumimoji="1" lang="ko-KR" altLang="en-US" sz="1000" b="1" i="0" u="none" strike="noStrike" cap="none" normalizeH="0" baseline="0" dirty="0">
                <a:solidFill>
                  <a:schemeClr val="bg1">
                    <a:lumMod val="50000"/>
                  </a:schemeClr>
                </a:solidFill>
                <a:effectLst/>
                <a:latin typeface="맑은 고딕"/>
                <a:ea typeface="맑은 고딕"/>
              </a:endParaRP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142608F-5AAB-22CB-31DD-22C4B743D95B}"/>
                </a:ext>
              </a:extLst>
            </p:cNvPr>
            <p:cNvSpPr/>
            <p:nvPr/>
          </p:nvSpPr>
          <p:spPr>
            <a:xfrm rot="16200000" flipH="1">
              <a:off x="6317633" y="6116701"/>
              <a:ext cx="3337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A1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361744"/>
      </p:ext>
    </p:extLst>
  </p:cSld>
  <p:clrMapOvr>
    <a:masterClrMapping/>
  </p:clrMapOvr>
</p:sld>
</file>

<file path=ppt/theme/theme1.xml><?xml version="1.0" encoding="utf-8"?>
<a:theme xmlns:a="http://schemas.openxmlformats.org/drawingml/2006/main" name="2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2700">
          <a:solidFill>
            <a:schemeClr val="tx1"/>
          </a:solidFill>
          <a:round/>
          <a:headEnd/>
          <a:tailEnd type="none" w="med" len="med"/>
        </a:ln>
        <a:effectLst/>
      </a:spPr>
      <a:bodyPr lIns="36000" tIns="36000" rIns="36000" bIns="36000" rtlCol="0" anchor="ctr"/>
      <a:lstStyle>
        <a:defPPr algn="ctr">
          <a:defRPr sz="800" b="1" dirty="0" smtClean="0">
            <a:latin typeface="+mn-ea"/>
            <a:ea typeface="+mn-ea"/>
          </a:defRPr>
        </a:defPPr>
      </a:lstStyle>
    </a:spDef>
    <a:lnDef>
      <a:spPr bwMode="auto">
        <a:noFill/>
        <a:ln w="9525">
          <a:solidFill>
            <a:schemeClr val="tx1"/>
          </a:solidFill>
          <a:round/>
          <a:headEnd/>
          <a:tailEnd type="none" w="med" len="med"/>
        </a:ln>
        <a:effectLst/>
      </a:spPr>
      <a:bodyPr/>
      <a:lstStyle/>
    </a:ln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>
          <a:solidFill>
            <a:schemeClr val="bg1">
              <a:lumMod val="85000"/>
            </a:schemeClr>
          </a:solidFill>
        </a:ln>
      </a:spPr>
      <a:bodyPr lIns="90000" tIns="90000" bIns="90000" rtlCol="0" anchor="ctr" anchorCtr="0"/>
      <a:lstStyle>
        <a:defPPr algn="ctr">
          <a:lnSpc>
            <a:spcPct val="150000"/>
          </a:lnSpc>
          <a:defRPr sz="900" dirty="0" smtClean="0">
            <a:solidFill>
              <a:schemeClr val="tx1">
                <a:lumMod val="75000"/>
                <a:lumOff val="25000"/>
              </a:schemeClr>
            </a:solidFill>
            <a:latin typeface="+mn-ea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auto">
        <a:noFill/>
        <a:ln w="9525">
          <a:solidFill>
            <a:schemeClr val="tx1"/>
          </a:solidFill>
          <a:round/>
          <a:headEnd/>
          <a:tailEnd type="none" w="med" len="med"/>
        </a:ln>
        <a:effectLst/>
      </a:spPr>
      <a:bodyPr/>
      <a:lstStyle/>
    </a:lnDef>
    <a:txDef>
      <a:spPr>
        <a:noFill/>
      </a:spPr>
      <a:bodyPr wrap="square" lIns="36000" tIns="36000" rIns="36000" bIns="36000" rtlCol="0">
        <a:spAutoFit/>
      </a:bodyPr>
      <a:lstStyle>
        <a:defPPr>
          <a:defRPr sz="800" dirty="0">
            <a:latin typeface="+mn-ea"/>
            <a:ea typeface="+mn-ea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107843</TotalTime>
  <Words>16409</Words>
  <Application>Microsoft Office PowerPoint</Application>
  <PresentationFormat>A4 용지(210x297mm)</PresentationFormat>
  <Paragraphs>5309</Paragraphs>
  <Slides>96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96</vt:i4>
      </vt:variant>
    </vt:vector>
  </HeadingPairs>
  <TitlesOfParts>
    <vt:vector size="104" baseType="lpstr">
      <vt:lpstr>08서울남산체 B</vt:lpstr>
      <vt:lpstr>굴림</vt:lpstr>
      <vt:lpstr>굴림체</vt:lpstr>
      <vt:lpstr>맑은 고딕</vt:lpstr>
      <vt:lpstr>Arial</vt:lpstr>
      <vt:lpstr>Wingdings</vt:lpstr>
      <vt:lpstr>2_Office 테마</vt:lpstr>
      <vt:lpstr>Office 테마</vt:lpstr>
      <vt:lpstr>PowerPoint 프레젠테이션</vt:lpstr>
      <vt:lpstr>PowerPoint 프레젠테이션</vt:lpstr>
      <vt:lpstr>PowerPoint 프레젠테이션</vt:lpstr>
      <vt:lpstr>로그인, 공통(Header, LNB, Footer)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도서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이북</vt:lpstr>
      <vt:lpstr>PowerPoint 프레젠테이션</vt:lpstr>
      <vt:lpstr>PowerPoint 프레젠테이션</vt:lpstr>
      <vt:lpstr>PowerPoint 프레젠테이션</vt:lpstr>
      <vt:lpstr>PowerPoint 프레젠테이션</vt:lpstr>
      <vt:lpstr>오디오북</vt:lpstr>
      <vt:lpstr>PowerPoint 프레젠테이션</vt:lpstr>
      <vt:lpstr>PowerPoint 프레젠테이션</vt:lpstr>
      <vt:lpstr>PowerPoint 프레젠테이션</vt:lpstr>
      <vt:lpstr>독서확인 학습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소리내어 읽기</vt:lpstr>
      <vt:lpstr>PowerPoint 프레젠테이션</vt:lpstr>
      <vt:lpstr>PowerPoint 프레젠테이션</vt:lpstr>
      <vt:lpstr>PowerPoint 프레젠테이션</vt:lpstr>
      <vt:lpstr>문해력 게임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예시) 이미지를 선택하여  단어를 학습하기</vt:lpstr>
      <vt:lpstr>PowerPoint 프레젠테이션</vt:lpstr>
      <vt:lpstr>PowerPoint 프레젠테이션</vt:lpstr>
      <vt:lpstr>PowerPoint 프레젠테이션</vt:lpstr>
      <vt:lpstr>예시) 텍스트를 선택하여 단어를 학습하기</vt:lpstr>
      <vt:lpstr>PowerPoint 프레젠테이션</vt:lpstr>
      <vt:lpstr>PowerPoint 프레젠테이션</vt:lpstr>
      <vt:lpstr>PowerPoint 프레젠테이션</vt:lpstr>
      <vt:lpstr>예시) 글자 선택하거나 쓰기(typing)</vt:lpstr>
      <vt:lpstr>PowerPoint 프레젠테이션</vt:lpstr>
      <vt:lpstr>PowerPoint 프레젠테이션</vt:lpstr>
      <vt:lpstr>PowerPoint 프레젠테이션</vt:lpstr>
      <vt:lpstr>예시) 워드 서치(선긋기 ) - 2x2</vt:lpstr>
      <vt:lpstr>예시) 워드 서치 (선긋기 ) - 4x4</vt:lpstr>
      <vt:lpstr>PowerPoint 프레젠테이션</vt:lpstr>
      <vt:lpstr>PowerPoint 프레젠테이션</vt:lpstr>
      <vt:lpstr>예시) 메모리 게임</vt:lpstr>
      <vt:lpstr>LMS(B2B 기능)</vt:lpstr>
      <vt:lpstr>PowerPoint 프레젠테이션</vt:lpstr>
      <vt:lpstr>PowerPoint 프레젠테이션</vt:lpstr>
      <vt:lpstr>PowerPoint 프레젠테이션</vt:lpstr>
      <vt:lpstr>PowerPoint 프레젠테이션</vt:lpstr>
      <vt:lpstr>스티커 관리(B2B 기능)</vt:lpstr>
      <vt:lpstr>PowerPoint 프레젠테이션</vt:lpstr>
      <vt:lpstr>PowerPoint 프레젠테이션</vt:lpstr>
      <vt:lpstr>PowerPoint 프레젠테이션</vt:lpstr>
      <vt:lpstr>분류 관리</vt:lpstr>
      <vt:lpstr>PowerPoint 프레젠테이션</vt:lpstr>
      <vt:lpstr>PowerPoint 프레젠테이션</vt:lpstr>
      <vt:lpstr>IB 대주제 관리</vt:lpstr>
      <vt:lpstr>PowerPoint 프레젠테이션</vt:lpstr>
      <vt:lpstr>PowerPoint 프레젠테이션</vt:lpstr>
      <vt:lpstr>IB 소주제 관리</vt:lpstr>
      <vt:lpstr>PowerPoint 프레젠테이션</vt:lpstr>
      <vt:lpstr>PowerPoint 프레젠테이션</vt:lpstr>
      <vt:lpstr>작가 관리</vt:lpstr>
      <vt:lpstr>PowerPoint 프레젠테이션</vt:lpstr>
      <vt:lpstr>PowerPoint 프레젠테이션</vt:lpstr>
      <vt:lpstr>장르 관리</vt:lpstr>
      <vt:lpstr>PowerPoint 프레젠테이션</vt:lpstr>
      <vt:lpstr>PowerPoint 프레젠테이션</vt:lpstr>
    </vt:vector>
  </TitlesOfParts>
  <Company>DIT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김낙기</dc:creator>
  <cp:lastModifiedBy>netive</cp:lastModifiedBy>
  <cp:revision>13781</cp:revision>
  <cp:lastPrinted>2023-03-14T05:45:45Z</cp:lastPrinted>
  <dcterms:created xsi:type="dcterms:W3CDTF">2008-03-04T09:04:39Z</dcterms:created>
  <dcterms:modified xsi:type="dcterms:W3CDTF">2023-10-04T05:16:13Z</dcterms:modified>
</cp:coreProperties>
</file>